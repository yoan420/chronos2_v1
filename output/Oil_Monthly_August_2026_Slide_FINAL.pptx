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1bf755eefe3c4ff7" /><Relationship Type="http://schemas.openxmlformats.org/officeDocument/2006/relationships/extended-properties" Target="/docProps/app.xml" Id="Rb7496f5fd908493e" /><Relationship Type="http://schemas.openxmlformats.org/officeDocument/2006/relationships/officeDocument" Target="/ppt/presentation.xml" Id="R9fdd7331e0df4af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b576f6113f0415f"/>
    <p:sldMasterId xmlns:r="http://schemas.openxmlformats.org/officeDocument/2006/relationships" id="2147483676" r:id="Rd62b9c07537d4061"/>
    <p:sldMasterId xmlns:r="http://schemas.openxmlformats.org/officeDocument/2006/relationships" id="2147483679" r:id="Rdc0a900057a540bb"/>
    <p:sldMasterId xmlns:r="http://schemas.openxmlformats.org/officeDocument/2006/relationships" id="2147483683" r:id="R9655a07f9b1949e1"/>
  </p:sldMasterIdLst>
  <p:sldIdLst>
    <p:sldId xmlns:r="http://schemas.openxmlformats.org/officeDocument/2006/relationships" id="256" r:id="R8b48cc68cce7424c"/>
  </p:sldIdLst>
  <p:sldSz cx="12192000" cy="6858000"/>
  <p:notesSz cx="6858000" cy="9144000"/>
  <p:embeddedFontLst>
    <p:embeddedFont>
      <p:font typeface="Aptos Narrow"/>
      <p:regular xmlns:r="http://schemas.openxmlformats.org/officeDocument/2006/relationships" r:id="R2f29ff425f494023"/>
      <p:bold xmlns:r="http://schemas.openxmlformats.org/officeDocument/2006/relationships" r:id="R256e71ec027249f6"/>
      <p:italic xmlns:r="http://schemas.openxmlformats.org/officeDocument/2006/relationships" r:id="Rd9346f604cf440a8"/>
      <p:boldItalic xmlns:r="http://schemas.openxmlformats.org/officeDocument/2006/relationships" r:id="R8f97bcc0a9e14ffd"/>
    </p:embeddedFont>
    <p:embeddedFont>
      <p:font typeface="Arial Black"/>
      <p:bold xmlns:r="http://schemas.openxmlformats.org/officeDocument/2006/relationships" r:id="R11d872c704df4d25"/>
    </p:embeddedFont>
  </p:embeddedFontLst>
</p:presentation>
</file>

<file path=ppt/authors.xml><?xml version="1.0" encoding="utf-8"?>
<p188:authorLst xmlns:p188="http://schemas.microsoft.com/office/powerpoint/2018/8/main">
  <p188:author id="{2F9B9749-2370-122A-C760-EF2605188A47}" name="GASNIER Olivier (ENGIE Global Markets SAS)" initials="GO(GMS" userId="S::ZQ1187@engie.com::290a366b-d8c0-498a-9afa-75489041f526" providerId="AD"/>
  <p188:author id="{8F19DC5F-E021-4ACB-60B0-779CBE16AAB3}" name="VILLANUEVA Teresa (ENGIE Belgium)" initials="TV" userId="S::KF6149@engie.com::624ee341-e4c0-4fb9-88eb-e62c82efcdf9" providerId="AD"/>
  <p188:author id="{B799DB85-A09E-012E-08A9-80C7039399CE}" name="YVON Thibault (ENGIE Italy)" initials="TY" userId="S::NQ5386@engie.com::39f30b86-9c25-4efa-8aee-574c13cdab43" providerId="AD"/>
  <p188:author id="{8E57D787-0811-7194-2FD1-AC1905295A20}" name="DA RIN Charlyne (ENGIE Global Markets SAS)" initials="DS" userId="S::fl6607@engie.com::9e1debeb-fd19-4c0d-bf25-5799f79732d6" providerId="AD"/>
  <p188:author id="{EE7511A1-9A27-87D9-2BAB-E202F928AD66}" name="Inès Bousalem" initials="IB" userId="Inès Bousalem" providerId="None"/>
  <p188:author id="{675E07E2-913A-4230-E9FA-BCB88C248085}" name="ALTVATER Savannah (ENGIE Belgium)" userId="S::NF6721@engie.com::50c8e98b-5951-4d11-92eb-94ab979c77eb"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77f48a043924f56" /><Relationship Type="http://schemas.openxmlformats.org/officeDocument/2006/relationships/slideMaster" Target="/ppt/slideMasters/slideMaster1.xml" Id="R8b576f6113f0415f" /><Relationship Type="http://schemas.openxmlformats.org/officeDocument/2006/relationships/slideMaster" Target="/ppt/slideMasters/slideMaster2.xml" Id="Rd62b9c07537d4061" /><Relationship Type="http://schemas.openxmlformats.org/officeDocument/2006/relationships/slideMaster" Target="/ppt/slideMasters/slideMaster3.xml" Id="Rdc0a900057a540bb" /><Relationship Type="http://schemas.openxmlformats.org/officeDocument/2006/relationships/slideMaster" Target="/ppt/slideMasters/slideMaster4.xml" Id="R9655a07f9b1949e1" /><Relationship Type="http://schemas.openxmlformats.org/officeDocument/2006/relationships/presProps" Target="/ppt/presProps.xml" Id="Rc0fb580f76fd40e5" /><Relationship Type="http://schemas.openxmlformats.org/officeDocument/2006/relationships/viewProps" Target="/ppt/viewProps.xml" Id="R3bc4161476a84ceb" /><Relationship Type="http://schemas.openxmlformats.org/officeDocument/2006/relationships/tableStyles" Target="/ppt/tableStyles.xml" Id="R0e8db2883a67481d" /><Relationship Type="http://schemas.openxmlformats.org/officeDocument/2006/relationships/font" Target="/ppt/fonts/font.dat" Id="R2f29ff425f494023" /><Relationship Type="http://schemas.openxmlformats.org/officeDocument/2006/relationships/font" Target="/ppt/fonts/font2.dat" Id="R256e71ec027249f6" /><Relationship Type="http://schemas.openxmlformats.org/officeDocument/2006/relationships/font" Target="/ppt/fonts/font3.dat" Id="Rd9346f604cf440a8" /><Relationship Type="http://schemas.openxmlformats.org/officeDocument/2006/relationships/font" Target="/ppt/fonts/font4.dat" Id="R8f97bcc0a9e14ffd" /><Relationship Type="http://schemas.openxmlformats.org/officeDocument/2006/relationships/font" Target="/ppt/fonts/font5.dat" Id="R11d872c704df4d25" /><Relationship Type="http://schemas.microsoft.com/office/2018/10/relationships/authors" Target="/ppt/authors.xml" Id="R9b61cbc79efd464e" /><Relationship Type="http://schemas.openxmlformats.org/officeDocument/2006/relationships/slide" Target="/ppt/slides/slide1.xml" Id="R8b48cc68cce7424c"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1458c2d4e24b99" /><Relationship Type="http://schemas.openxmlformats.org/officeDocument/2006/relationships/image" Target="/ppt/media/image2.jpeg" Id="R3c959a3f697248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4d1a524fb1410e" /><Relationship Type="http://schemas.openxmlformats.org/officeDocument/2006/relationships/image" Target="/ppt/media/image2.png" Id="R575bed9ab95a4f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3f8ea624de4893" /><Relationship Type="http://schemas.openxmlformats.org/officeDocument/2006/relationships/image" Target="/ppt/media/image3.png" Id="R2467e3cc6e7646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fbe30b0f01421b" /><Relationship Type="http://schemas.openxmlformats.org/officeDocument/2006/relationships/image" Target="/ppt/media/image4.png" Id="Rd2c849fe76a541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3741979acc4cd8" /><Relationship Type="http://schemas.openxmlformats.org/officeDocument/2006/relationships/image" Target="/ppt/media/image2.png" Id="Read1a7c389d344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f7c0fa7301492a" /><Relationship Type="http://schemas.openxmlformats.org/officeDocument/2006/relationships/image" Target="/ppt/media/image2.png" Id="R61ebc8ba3ad3446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4eb0b492e64e4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4cf70a5f7874a2b" /><Relationship Type="http://schemas.openxmlformats.org/officeDocument/2006/relationships/image" Target="/ppt/media/image4.png" Id="Rec9994ff34bd40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beb95ff05d04dcb" /><Relationship Type="http://schemas.openxmlformats.org/officeDocument/2006/relationships/image" Target="/ppt/media/image4.png" Id="Reaf6f5722ea845e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147c2a29e3946fb" /><Relationship Type="http://schemas.openxmlformats.org/officeDocument/2006/relationships/image" Target="/ppt/media/image4.png" Id="R21d3c7cb635f4d6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03529c56ca044dd" /><Relationship Type="http://schemas.openxmlformats.org/officeDocument/2006/relationships/image" Target="/ppt/media/image4.png" Id="Rc6ac97cb12ba488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31233d8fe7bf4a3b" /><Relationship Type="http://schemas.openxmlformats.org/officeDocument/2006/relationships/image" Target="/ppt/media/image4.png" Id="R6b082835b929436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affc91fc0824fd3" /><Relationship Type="http://schemas.openxmlformats.org/officeDocument/2006/relationships/image" Target="/ppt/media/image4.png" Id="Rc2c9afc7e3e846e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96d4e0a82364e99" /><Relationship Type="http://schemas.openxmlformats.org/officeDocument/2006/relationships/image" Target="/ppt/media/image4.png" Id="R4c69edd05e98458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a2fc217b87ce4973" /><Relationship Type="http://schemas.openxmlformats.org/officeDocument/2006/relationships/image" Target="/ppt/media/image4.png" Id="R3144a6813aa9478c"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8b2317b2754432c" /><Relationship Type="http://schemas.openxmlformats.org/officeDocument/2006/relationships/image" Target="/ppt/media/image4.png" Id="R8dcf9a9c645a4180"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f3c060244cae45ff" /><Relationship Type="http://schemas.openxmlformats.org/officeDocument/2006/relationships/image" Target="/ppt/media/image4.png" Id="Rf581c2b806914f19"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250aafcd0bda4e2c" /><Relationship Type="http://schemas.openxmlformats.org/officeDocument/2006/relationships/image" Target="/ppt/media/image4.png" Id="R931045c6b3f54299"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5c3263b13dfa4ba5" /><Relationship Type="http://schemas.openxmlformats.org/officeDocument/2006/relationships/image" Target="/ppt/media/image4.png" Id="Rb3f5d2657962475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c2d099459b6248a0" /><Relationship Type="http://schemas.openxmlformats.org/officeDocument/2006/relationships/image" Target="/ppt/media/image4.png" Id="Re6191ba75a414e3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ae8a96b3a164ace" /><Relationship Type="http://schemas.openxmlformats.org/officeDocument/2006/relationships/image" Target="/ppt/media/image4.png" Id="R4c18062220824226"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4b0b79b78fa2434b" /><Relationship Type="http://schemas.openxmlformats.org/officeDocument/2006/relationships/image" Target="/ppt/media/image4.png" Id="R76cd444ae1224edf"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417db494de104f0e" /><Relationship Type="http://schemas.openxmlformats.org/officeDocument/2006/relationships/image" Target="/ppt/media/image4.png" Id="R87cf437118af4af9"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5a033906ed1e4de2" /><Relationship Type="http://schemas.openxmlformats.org/officeDocument/2006/relationships/image" Target="/ppt/media/image5.png" Id="R86073e217c9e486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eee293c9964a4f7e" /><Relationship Type="http://schemas.openxmlformats.org/officeDocument/2006/relationships/image" Target="/ppt/media/image5.png" Id="Rc5343ca596b64d4b"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aebbe58da6c54b83"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24b7bc71734947ca" /><Relationship Type="http://schemas.openxmlformats.org/officeDocument/2006/relationships/image" Target="/ppt/media/image4.png" Id="Rdae6fcf1e845403f"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9418e19cef4244b0"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f40c2a5ccb3144cf" /><Relationship Type="http://schemas.openxmlformats.org/officeDocument/2006/relationships/image" Target="/ppt/media/image3.jpeg" Id="R20027931a46c4c5f" /><Relationship Type="http://schemas.openxmlformats.org/officeDocument/2006/relationships/image" Target="/ppt/media/image4.jpeg" Id="R879e9507b90b4cc9" /><Relationship Type="http://schemas.openxmlformats.org/officeDocument/2006/relationships/image" Target="/ppt/media/image.svg" Id="R6e774fd21dcf46c2" /><Relationship Type="http://schemas.openxmlformats.org/officeDocument/2006/relationships/image" Target="/ppt/media/image.jpeg" Id="Ra5504dce04fd4384"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a1e4d8c2b2f24f57"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xml" Id="R134085e570a14a29"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xml" Id="R70ac242bf4a04b60"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4.xml" Id="R6a44500c22c740e0"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4.xml" Id="R738dfbb642f44fb2"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4.xml" Id="Rf8e929e45b32415b" /></Relationships>
</file>

<file path=ppt/slideLayouts/slideLayout1.xml><?xml version="1.0" encoding="utf-8"?>
<p:sldLayout xmlns:p="http://schemas.openxmlformats.org/presentationml/2006/main" showMasterSp="0" preserve="1" userDrawn="1">
  <p:cSld name="Cover 1">
    <p:spTree>
      <p:nvGrpSpPr>
        <p:cNvPr id="1" name=""/>
        <p:cNvGrpSpPr/>
        <p:nvPr/>
      </p:nvGrpSpPr>
      <p:grpSpPr>
        <a:xfrm xmlns:a="http://schemas.openxmlformats.org/drawingml/2006/main"/>
      </p:grpSpPr>
      <p:sp>
        <p:nvSpPr>
          <p:cNvPr id="25" name="Picture Placeholder 24">
            <a:extLst xmlns:a="http://schemas.openxmlformats.org/drawingml/2006/main">
              <a:ext uri="{FF2B5EF4-FFF2-40B4-BE49-F238E27FC236}">
                <a16:creationId xmlns:a16="http://schemas.microsoft.com/office/drawing/2014/main" id="{F0D41BE8-8A43-9C59-2B61-FF9816B8896A}"/>
              </a:ext>
            </a:extLst>
          </p:cNvPr>
          <p:cNvSpPr>
            <a:spLocks xmlns:a="http://schemas.openxmlformats.org/drawingml/2006/main" noGrp="1"/>
          </p:cNvSpPr>
          <p:nvPr>
            <p:ph type="pic" idx="11"/>
          </p:nvPr>
        </p:nvSpPr>
        <p:spPr>
          <a:xfrm xmlns:a="http://schemas.openxmlformats.org/drawingml/2006/main">
            <a:off x="0" y="-1"/>
            <a:ext cx="12191999" cy="5660019"/>
          </a:xfrm>
          <a:custGeom xmlns:a="http://schemas.openxmlformats.org/drawingml/2006/main">
            <a:gdLst>
              <a:gd name="connsiteX0" fmla="*/ 0 w 12191999"/>
              <a:gd name="connsiteY0" fmla="*/ 0 h 5660019"/>
              <a:gd name="connsiteX1" fmla="*/ 12191999 w 12191999"/>
              <a:gd name="connsiteY1" fmla="*/ 0 h 5660019"/>
              <a:gd name="connsiteX2" fmla="*/ 12191999 w 12191999"/>
              <a:gd name="connsiteY2" fmla="*/ 5660019 h 5660019"/>
              <a:gd name="connsiteX3" fmla="*/ 9157061 w 12191999"/>
              <a:gd name="connsiteY3" fmla="*/ 5660019 h 5660019"/>
              <a:gd name="connsiteX4" fmla="*/ 9157061 w 12191999"/>
              <a:gd name="connsiteY4" fmla="*/ 5535909 h 5660019"/>
              <a:gd name="connsiteX5" fmla="*/ 9157061 w 12191999"/>
              <a:gd name="connsiteY5" fmla="*/ 5531453 h 5660019"/>
              <a:gd name="connsiteX6" fmla="*/ 0 w 12191999"/>
              <a:gd name="connsiteY6" fmla="*/ 5531453 h 5660019"/>
            </a:gdLst>
            <a:rect l="l" t="t" r="r" b="b"/>
            <a:pathLst>
              <a:path w="12191999" h="5660019">
                <a:moveTo>
                  <a:pt x="0" y="0"/>
                </a:moveTo>
                <a:lnTo>
                  <a:pt x="12191999" y="0"/>
                </a:lnTo>
                <a:lnTo>
                  <a:pt x="12191999" y="5660019"/>
                </a:lnTo>
                <a:lnTo>
                  <a:pt x="9157061" y="5660019"/>
                </a:lnTo>
                <a:lnTo>
                  <a:pt x="9157061" y="5535909"/>
                </a:lnTo>
                <a:lnTo>
                  <a:pt x="9157061" y="5531453"/>
                </a:lnTo>
                <a:lnTo>
                  <a:pt x="0" y="5531453"/>
                </a:lnTo>
                <a:close/>
              </a:path>
            </a:pathLst>
          </a:custGeom>
        </p:spPr>
        <p:txBody>
          <a:bodyPr xmlns:a="http://schemas.openxmlformats.org/drawingml/2006/main" wrap="square" anchor="ctr">
            <a:noAutofit/>
          </a:bodyPr>
          <a:lstStyle xmlns:a="http://schemas.openxmlformats.org/drawingml/2006/main">
            <a:lvl1pPr marL="0" indent="0" algn="ctr">
              <a:buNone/>
              <a:defRPr/>
            </a:lvl1pPr>
          </a:lstStyle>
          <a:p xmlns:a="http://schemas.openxmlformats.org/drawingml/2006/main">
            <a:endParaRPr/>
          </a:p>
        </p:txBody>
      </p:sp>
      <p:pic>
        <p:nvPicPr>
          <p:cNvPr id="48" name="Espace réservé pour une image  7" hidden="1"/>
          <p:cNvPicPr>
            <a:picLocks xmlns:a="http://schemas.openxmlformats.org/drawingml/2006/main" noChangeAspect="1"/>
          </p:cNvPicPr>
          <p:nvPr/>
        </p:nvPicPr>
        <p:blipFill>
          <a:blip xmlns:r="http://schemas.openxmlformats.org/officeDocument/2006/relationships" xmlns:a="http://schemas.openxmlformats.org/drawingml/2006/main" r:embed="R3c959a3f697248ab"/>
          <a:srcRect xmlns:a="http://schemas.openxmlformats.org/drawingml/2006/main" l="0" t="0" r="0" b="0"/>
          <a:stretch xmlns:a="http://schemas.openxmlformats.org/drawingml/2006/main">
            <a:fillRect l="0" t="0" r="0" b="0"/>
          </a:stretch>
        </p:blipFill>
        <p:spPr>
          <a:xfrm xmlns:a="http://schemas.openxmlformats.org/drawingml/2006/main">
            <a:off x="0" y="1"/>
            <a:ext cx="12192000" cy="5830252"/>
          </a:xfrm>
          <a:prstGeom xmlns:a="http://schemas.openxmlformats.org/drawingml/2006/main" prst="rect">
            <a:avLst/>
          </a:prstGeom>
        </p:spPr>
      </p:pic>
      <p:sp>
        <p:nvSpPr>
          <p:cNvPr id="35" name="Connecteur droit 34">
            <a:extLst xmlns:a="http://schemas.openxmlformats.org/drawingml/2006/main">
              <a:ext uri="{FF2B5EF4-FFF2-40B4-BE49-F238E27FC236}">
                <a16:creationId xmlns:a16="http://schemas.microsoft.com/office/drawing/2014/main" id="{8292E827-DDB4-467D-9A67-03FAA58EA3C4}"/>
              </a:ext>
            </a:extLst>
          </p:cNvPr>
          <p:cNvSpPr>
            <a:spLocks xmlns:a="http://schemas.openxmlformats.org/drawingml/2006/main" noGrp="1"/>
          </p:cNvSpPr>
          <p:nvPr/>
        </p:nvSpPr>
        <p:spPr>
          <a:xfrm xmlns:a="http://schemas.openxmlformats.org/drawingml/2006/main">
            <a:off x="5473959"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Connecteur droit 35">
            <a:extLst xmlns:a="http://schemas.openxmlformats.org/drawingml/2006/main">
              <a:ext uri="{FF2B5EF4-FFF2-40B4-BE49-F238E27FC236}">
                <a16:creationId xmlns:a16="http://schemas.microsoft.com/office/drawing/2014/main" id="{886920DD-B5DF-4337-A9CD-0713CB53EB81}"/>
              </a:ext>
            </a:extLst>
          </p:cNvPr>
          <p:cNvSpPr>
            <a:spLocks xmlns:a="http://schemas.openxmlformats.org/drawingml/2006/main" noGrp="1"/>
          </p:cNvSpPr>
          <p:nvPr/>
        </p:nvSpPr>
        <p:spPr>
          <a:xfrm xmlns:a="http://schemas.openxmlformats.org/drawingml/2006/main">
            <a:off x="6705034"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Ellipse 37">
            <a:extLst xmlns:a="http://schemas.openxmlformats.org/drawingml/2006/main">
              <a:ext uri="{FF2B5EF4-FFF2-40B4-BE49-F238E27FC236}">
                <a16:creationId xmlns:a16="http://schemas.microsoft.com/office/drawing/2014/main" id="{588BB6D7-0E86-5ACA-93FE-CB7AFCFEB53D}"/>
              </a:ext>
            </a:extLst>
          </p:cNvPr>
          <p:cNvSpPr>
            <a:spLocks xmlns:a="http://schemas.openxmlformats.org/drawingml/2006/main" noGrp="1"/>
          </p:cNvSpPr>
          <p:nvPr/>
        </p:nvSpPr>
        <p:spPr>
          <a:xfrm xmlns:a="http://schemas.openxmlformats.org/drawingml/2006/main" rot="0" flipH="0" flipV="0">
            <a:off x="4660055" y="6293057"/>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9" name="Ellipse 38">
            <a:extLst xmlns:a="http://schemas.openxmlformats.org/drawingml/2006/main">
              <a:ext uri="{FF2B5EF4-FFF2-40B4-BE49-F238E27FC236}">
                <a16:creationId xmlns:a16="http://schemas.microsoft.com/office/drawing/2014/main" id="{3A3C3475-2D7E-112B-83AF-72D6F16A0AF1}"/>
              </a:ext>
            </a:extLst>
          </p:cNvPr>
          <p:cNvSpPr>
            <a:spLocks xmlns:a="http://schemas.openxmlformats.org/drawingml/2006/main" noGrp="1"/>
          </p:cNvSpPr>
          <p:nvPr/>
        </p:nvSpPr>
        <p:spPr>
          <a:xfrm xmlns:a="http://schemas.openxmlformats.org/drawingml/2006/main" rot="0" flipH="0" flipV="0">
            <a:off x="4762770" y="6395772"/>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1" name="Ellipse 40">
            <a:extLst xmlns:a="http://schemas.openxmlformats.org/drawingml/2006/main">
              <a:ext uri="{FF2B5EF4-FFF2-40B4-BE49-F238E27FC236}">
                <a16:creationId xmlns:a16="http://schemas.microsoft.com/office/drawing/2014/main" id="{38F4442A-8287-7C7B-B30F-A03D059E685C}"/>
              </a:ext>
            </a:extLst>
          </p:cNvPr>
          <p:cNvSpPr>
            <a:spLocks xmlns:a="http://schemas.openxmlformats.org/drawingml/2006/main" noGrp="1"/>
          </p:cNvSpPr>
          <p:nvPr/>
        </p:nvSpPr>
        <p:spPr>
          <a:xfrm xmlns:a="http://schemas.openxmlformats.org/drawingml/2006/main" rot="0" flipH="0" flipV="0">
            <a:off x="5904037" y="6293055"/>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2" name="Ellipse 41">
            <a:extLst xmlns:a="http://schemas.openxmlformats.org/drawingml/2006/main">
              <a:ext uri="{FF2B5EF4-FFF2-40B4-BE49-F238E27FC236}">
                <a16:creationId xmlns:a16="http://schemas.microsoft.com/office/drawing/2014/main" id="{C6C873A7-7F3F-70B1-D540-88404256E3EF}"/>
              </a:ext>
            </a:extLst>
          </p:cNvPr>
          <p:cNvSpPr>
            <a:spLocks xmlns:a="http://schemas.openxmlformats.org/drawingml/2006/main" noGrp="1"/>
          </p:cNvSpPr>
          <p:nvPr/>
        </p:nvSpPr>
        <p:spPr>
          <a:xfrm xmlns:a="http://schemas.openxmlformats.org/drawingml/2006/main" rot="0" flipH="0" flipV="0">
            <a:off x="6006752" y="6395770"/>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4" name="Ellipse 43">
            <a:extLst xmlns:a="http://schemas.openxmlformats.org/drawingml/2006/main">
              <a:ext uri="{FF2B5EF4-FFF2-40B4-BE49-F238E27FC236}">
                <a16:creationId xmlns:a16="http://schemas.microsoft.com/office/drawing/2014/main" id="{AECC0020-9BB9-ECA0-93C4-4719328D8531}"/>
              </a:ext>
            </a:extLst>
          </p:cNvPr>
          <p:cNvSpPr>
            <a:spLocks xmlns:a="http://schemas.openxmlformats.org/drawingml/2006/main" noGrp="1"/>
          </p:cNvSpPr>
          <p:nvPr/>
        </p:nvSpPr>
        <p:spPr>
          <a:xfrm xmlns:a="http://schemas.openxmlformats.org/drawingml/2006/main" rot="0" flipH="0" flipV="0">
            <a:off x="7067818" y="6293053"/>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5" name="Ellipse 44">
            <a:extLst xmlns:a="http://schemas.openxmlformats.org/drawingml/2006/main">
              <a:ext uri="{FF2B5EF4-FFF2-40B4-BE49-F238E27FC236}">
                <a16:creationId xmlns:a16="http://schemas.microsoft.com/office/drawing/2014/main" id="{720C0EA6-D328-3972-2E96-146BC3A24425}"/>
              </a:ext>
            </a:extLst>
          </p:cNvPr>
          <p:cNvSpPr>
            <a:spLocks xmlns:a="http://schemas.openxmlformats.org/drawingml/2006/main" noGrp="1"/>
          </p:cNvSpPr>
          <p:nvPr/>
        </p:nvSpPr>
        <p:spPr>
          <a:xfrm xmlns:a="http://schemas.openxmlformats.org/drawingml/2006/main" rot="0" flipH="0" flipV="0">
            <a:off x="7170533" y="6395768"/>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3" name="Espace réservé du texte 11">
            <a:extLst xmlns:a="http://schemas.openxmlformats.org/drawingml/2006/main">
              <a:ext uri="{FF2B5EF4-FFF2-40B4-BE49-F238E27FC236}">
                <a16:creationId xmlns:a16="http://schemas.microsoft.com/office/drawing/2014/main" id="{09AE5483-5762-2994-1BB7-81D1D80C9C91}"/>
              </a:ext>
            </a:extLst>
          </p:cNvPr>
          <p:cNvSpPr>
            <a:spLocks xmlns:a="http://schemas.openxmlformats.org/drawingml/2006/main" noGrp="1"/>
          </p:cNvSpPr>
          <p:nvPr>
            <p:ph type="body" idx="12"/>
          </p:nvPr>
        </p:nvSpPr>
        <p:spPr>
          <a:xfrm xmlns:a="http://schemas.openxmlformats.org/drawingml/2006/main">
            <a:off x="6343457" y="3662926"/>
            <a:ext cx="4853116" cy="400110"/>
          </a:xfrm>
          <a:prstGeom xmlns:a="http://schemas.openxmlformats.org/drawingml/2006/main" prst="rect">
            <a:avLst/>
          </a:prstGeom>
        </p:spPr>
        <p:txBody>
          <a:bodyPr xmlns:a="http://schemas.openxmlformats.org/drawingml/2006/main" anchor="ctr">
            <a:spAutoFit/>
          </a:bodyPr>
          <a:lstStyle xmlns:a="http://schemas.openxmlformats.org/drawingml/2006/main">
            <a:lvl1pPr marL="0" indent="0" algn="r">
              <a:lnSpc>
                <a:spcPct val="100000"/>
              </a:lnSpc>
              <a:buNone/>
              <a:defRPr sz="2000">
                <a:solidFill>
                  <a:schemeClr val="bg1"/>
                </a:solidFill>
              </a:defRPr>
            </a:lvl1pPr>
          </a:lstStyle>
          <a:p xmlns:a="http://schemas.openxmlformats.org/drawingml/2006/main">
            <a:pPr lvl="0">
              <a:buNone/>
            </a:pPr>
            <a:endParaRPr/>
          </a:p>
        </p:txBody>
      </p:sp>
      <p:sp>
        <p:nvSpPr>
          <p:cNvPr id="28" name="Rectangle 27">
            <a:extLst xmlns:a="http://schemas.openxmlformats.org/drawingml/2006/main">
              <a:ext uri="{FF2B5EF4-FFF2-40B4-BE49-F238E27FC236}">
                <a16:creationId xmlns:a16="http://schemas.microsoft.com/office/drawing/2014/main" id="{09BA9BE4-F401-A855-74CD-A96F9CC4E41C}"/>
              </a:ext>
            </a:extLst>
          </p:cNvPr>
          <p:cNvSpPr>
            <a:spLocks xmlns:a="http://schemas.openxmlformats.org/drawingml/2006/main" noGrp="1"/>
          </p:cNvSpPr>
          <p:nvPr/>
        </p:nvSpPr>
        <p:spPr>
          <a:xfrm xmlns:a="http://schemas.openxmlformats.org/drawingml/2006/main">
            <a:off x="0" y="5531452"/>
            <a:ext cx="9157061" cy="257138"/>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Espace réservé du titre 1">
            <a:extLst xmlns:a="http://schemas.openxmlformats.org/drawingml/2006/main">
              <a:ext uri="{FF2B5EF4-FFF2-40B4-BE49-F238E27FC236}">
                <a16:creationId xmlns:a16="http://schemas.microsoft.com/office/drawing/2014/main" id="{B1E9F394-917A-2DA6-48CB-7B4D1A566636}"/>
              </a:ext>
            </a:extLst>
          </p:cNvPr>
          <p:cNvSpPr>
            <a:spLocks xmlns:a="http://schemas.openxmlformats.org/drawingml/2006/main" noGrp="1"/>
          </p:cNvSpPr>
          <p:nvPr>
            <p:ph type="title" idx="0"/>
          </p:nvPr>
        </p:nvSpPr>
        <p:spPr>
          <a:xfrm xmlns:a="http://schemas.openxmlformats.org/drawingml/2006/main">
            <a:off x="365142" y="1544576"/>
            <a:ext cx="8348552" cy="861774"/>
          </a:xfrm>
          <a:prstGeom xmlns:a="http://schemas.openxmlformats.org/drawingml/2006/main" prst="rect">
            <a:avLst/>
          </a:prstGeom>
        </p:spPr>
        <p:txBody>
          <a:bodyPr xmlns:a="http://schemas.openxmlformats.org/drawingml/2006/main" vert="horz" lIns="91440" tIns="45720" rIns="91440" bIns="45720" anchor="ctr">
            <a:spAutoFit/>
          </a:bodyPr>
          <a:lstStyle xmlns:a="http://schemas.openxmlformats.org/drawingml/2006/main">
            <a:lvl1pPr algn="l">
              <a:lnSpc>
                <a:spcPct val="100000"/>
              </a:lnSpc>
              <a:buNone/>
              <a:defRPr sz="5000" cap="all" baseline="0">
                <a:solidFill>
                  <a:schemeClr val="bg1"/>
                </a:solidFill>
              </a:defRPr>
            </a:lvl1pPr>
          </a:lstStyle>
          <a:p xmlns:a="http://schemas.openxmlformats.org/drawingml/2006/main">
            <a:endParaRPr/>
          </a:p>
        </p:txBody>
      </p:sp>
      <p:sp>
        <p:nvSpPr>
          <p:cNvPr id="21" name="ZoneTexte 28">
            <a:extLst xmlns:a="http://schemas.openxmlformats.org/drawingml/2006/main">
              <a:ext uri="{FF2B5EF4-FFF2-40B4-BE49-F238E27FC236}">
                <a16:creationId xmlns:a16="http://schemas.microsoft.com/office/drawing/2014/main" id="{9B6BF4F4-740E-656B-68B5-CE72ED7155EF}"/>
              </a:ext>
            </a:extLst>
          </p:cNvPr>
          <p:cNvSpPr>
            <a:spLocks xmlns:a="http://schemas.openxmlformats.org/drawingml/2006/main" noGrp="1"/>
          </p:cNvSpPr>
          <p:nvPr/>
        </p:nvSpPr>
        <p:spPr>
          <a:xfrm xmlns:a="http://schemas.openxmlformats.org/drawingml/2006/main">
            <a:off x="4355869"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RESTRICTED</a:t>
            </a:r>
          </a:p>
        </p:txBody>
      </p:sp>
      <p:sp>
        <p:nvSpPr>
          <p:cNvPr id="22" name="ZoneTexte 31">
            <a:extLst xmlns:a="http://schemas.openxmlformats.org/drawingml/2006/main">
              <a:ext uri="{FF2B5EF4-FFF2-40B4-BE49-F238E27FC236}">
                <a16:creationId xmlns:a16="http://schemas.microsoft.com/office/drawing/2014/main" id="{7C77742A-0B49-83C3-8972-E7AA47806118}"/>
              </a:ext>
            </a:extLst>
          </p:cNvPr>
          <p:cNvSpPr>
            <a:spLocks xmlns:a="http://schemas.openxmlformats.org/drawingml/2006/main" noGrp="1"/>
          </p:cNvSpPr>
          <p:nvPr/>
        </p:nvSpPr>
        <p:spPr>
          <a:xfrm xmlns:a="http://schemas.openxmlformats.org/drawingml/2006/main">
            <a:off x="5594465"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INTERNAL</a:t>
            </a:r>
          </a:p>
        </p:txBody>
      </p:sp>
      <p:sp>
        <p:nvSpPr>
          <p:cNvPr id="24" name="ZoneTexte 32">
            <a:extLst xmlns:a="http://schemas.openxmlformats.org/drawingml/2006/main">
              <a:ext uri="{FF2B5EF4-FFF2-40B4-BE49-F238E27FC236}">
                <a16:creationId xmlns:a16="http://schemas.microsoft.com/office/drawing/2014/main" id="{40EECBC5-6BEC-5321-B97A-4354367D55B7}"/>
              </a:ext>
            </a:extLst>
          </p:cNvPr>
          <p:cNvSpPr>
            <a:spLocks xmlns:a="http://schemas.openxmlformats.org/drawingml/2006/main" noGrp="1"/>
          </p:cNvSpPr>
          <p:nvPr/>
        </p:nvSpPr>
        <p:spPr>
          <a:xfrm xmlns:a="http://schemas.openxmlformats.org/drawingml/2006/main">
            <a:off x="6758246"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SECRET</a:t>
            </a:r>
          </a:p>
        </p:txBody>
      </p:sp>
    </p:spTree>
  </p:cSld>
</p:sldLayout>
</file>

<file path=ppt/slideLayouts/slideLayout2.xml><?xml version="1.0" encoding="utf-8"?>
<p:sldLayout xmlns:p="http://schemas.openxmlformats.org/presentationml/2006/main" showMasterSp="0" preserve="1" userDrawn="1">
  <p:cSld name="Cover 2">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7F8971B3-5B54-4B17-AF0B-B39EAED934A6}"/>
              </a:ext>
            </a:extLst>
          </p:cNvPr>
          <p:cNvSpPr>
            <a:spLocks xmlns:a="http://schemas.openxmlformats.org/drawingml/2006/main" noGrp="1"/>
          </p:cNvSpPr>
          <p:nvPr/>
        </p:nvSpPr>
        <p:spPr>
          <a:xfrm xmlns:a="http://schemas.openxmlformats.org/drawingml/2006/main">
            <a:off x="0" y="1"/>
            <a:ext cx="12192000" cy="566002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Espace réservé du titre 1">
            <a:extLst xmlns:a="http://schemas.openxmlformats.org/drawingml/2006/main">
              <a:ext uri="{FF2B5EF4-FFF2-40B4-BE49-F238E27FC236}">
                <a16:creationId xmlns:a16="http://schemas.microsoft.com/office/drawing/2014/main" id="{10F3B108-3CE1-4D6F-AAD5-4C0888A12E78}"/>
              </a:ext>
            </a:extLst>
          </p:cNvPr>
          <p:cNvSpPr>
            <a:spLocks xmlns:a="http://schemas.openxmlformats.org/drawingml/2006/main" noGrp="1"/>
          </p:cNvSpPr>
          <p:nvPr>
            <p:ph type="title" idx="0"/>
          </p:nvPr>
        </p:nvSpPr>
        <p:spPr>
          <a:xfrm xmlns:a="http://schemas.openxmlformats.org/drawingml/2006/main">
            <a:off x="365142" y="1544576"/>
            <a:ext cx="8348552" cy="861774"/>
          </a:xfrm>
          <a:prstGeom xmlns:a="http://schemas.openxmlformats.org/drawingml/2006/main" prst="rect">
            <a:avLst/>
          </a:prstGeom>
        </p:spPr>
        <p:txBody>
          <a:bodyPr xmlns:a="http://schemas.openxmlformats.org/drawingml/2006/main" vert="horz" lIns="91440" tIns="45720" rIns="91440" bIns="45720" anchor="ctr">
            <a:spAutoFit/>
          </a:bodyPr>
          <a:lstStyle xmlns:a="http://schemas.openxmlformats.org/drawingml/2006/main">
            <a:lvl1pPr algn="l">
              <a:lnSpc>
                <a:spcPct val="100000"/>
              </a:lnSpc>
              <a:buNone/>
              <a:defRPr sz="5000" cap="all" baseline="0">
                <a:solidFill>
                  <a:schemeClr val="bg1"/>
                </a:solidFill>
              </a:defRPr>
            </a:lvl1pPr>
          </a:lstStyle>
          <a:p xmlns:a="http://schemas.openxmlformats.org/drawingml/2006/main">
            <a:endParaRPr/>
          </a:p>
        </p:txBody>
      </p:sp>
      <p:sp>
        <p:nvSpPr>
          <p:cNvPr id="12" name="Espace réservé du texte 11">
            <a:extLst xmlns:a="http://schemas.openxmlformats.org/drawingml/2006/main">
              <a:ext uri="{FF2B5EF4-FFF2-40B4-BE49-F238E27FC236}">
                <a16:creationId xmlns:a16="http://schemas.microsoft.com/office/drawing/2014/main" id="{C22D1CAE-0A4C-4C51-B6EA-813008533A01}"/>
              </a:ext>
            </a:extLst>
          </p:cNvPr>
          <p:cNvSpPr>
            <a:spLocks xmlns:a="http://schemas.openxmlformats.org/drawingml/2006/main" noGrp="1"/>
          </p:cNvSpPr>
          <p:nvPr>
            <p:ph type="body" idx="10"/>
          </p:nvPr>
        </p:nvSpPr>
        <p:spPr>
          <a:xfrm xmlns:a="http://schemas.openxmlformats.org/drawingml/2006/main">
            <a:off x="6343457" y="3662926"/>
            <a:ext cx="4853116" cy="400110"/>
          </a:xfrm>
          <a:prstGeom xmlns:a="http://schemas.openxmlformats.org/drawingml/2006/main" prst="rect">
            <a:avLst/>
          </a:prstGeom>
        </p:spPr>
        <p:txBody>
          <a:bodyPr xmlns:a="http://schemas.openxmlformats.org/drawingml/2006/main" anchor="ctr">
            <a:spAutoFit/>
          </a:bodyPr>
          <a:lstStyle xmlns:a="http://schemas.openxmlformats.org/drawingml/2006/main">
            <a:lvl1pPr marL="0" indent="0" algn="r">
              <a:lnSpc>
                <a:spcPct val="100000"/>
              </a:lnSpc>
              <a:buNone/>
              <a:defRPr sz="2000">
                <a:solidFill>
                  <a:schemeClr val="bg1"/>
                </a:solidFill>
              </a:defRPr>
            </a:lvl1pPr>
          </a:lstStyle>
          <a:p xmlns:a="http://schemas.openxmlformats.org/drawingml/2006/main">
            <a:pPr lvl="0">
              <a:buNone/>
            </a:pPr>
            <a:endParaRPr/>
          </a:p>
        </p:txBody>
      </p:sp>
      <p:pic>
        <p:nvPicPr>
          <p:cNvPr id="49" name="Image 15"/>
          <p:cNvPicPr>
            <a:picLocks xmlns:a="http://schemas.openxmlformats.org/drawingml/2006/main" noChangeAspect="1"/>
          </p:cNvPicPr>
          <p:nvPr/>
        </p:nvPicPr>
        <p:blipFill>
          <a:blip xmlns:r="http://schemas.openxmlformats.org/officeDocument/2006/relationships" xmlns:a="http://schemas.openxmlformats.org/drawingml/2006/main" r:embed="R575bed9ab95a4f53"/>
          <a:stretch xmlns:a="http://schemas.openxmlformats.org/drawingml/2006/main">
            <a:fillRect l="0" t="0" r="0" b="0"/>
          </a:stretch>
        </p:blipFill>
        <p:spPr>
          <a:xfrm xmlns:a="http://schemas.openxmlformats.org/drawingml/2006/main">
            <a:off x="5376510" y="4485146"/>
            <a:ext cx="1438980" cy="517883"/>
          </a:xfrm>
          <a:prstGeom xmlns:a="http://schemas.openxmlformats.org/drawingml/2006/main" prst="rect">
            <a:avLst/>
          </a:prstGeom>
          <a:ln xmlns:a="http://schemas.openxmlformats.org/drawingml/2006/main">
            <a:noFill/>
          </a:ln>
        </p:spPr>
      </p:pic>
      <p:sp>
        <p:nvSpPr>
          <p:cNvPr id="34" name="Connecteur droit 33">
            <a:extLst xmlns:a="http://schemas.openxmlformats.org/drawingml/2006/main">
              <a:ext uri="{FF2B5EF4-FFF2-40B4-BE49-F238E27FC236}">
                <a16:creationId xmlns:a16="http://schemas.microsoft.com/office/drawing/2014/main" id="{0E0156B4-261B-4B0F-9F2D-AD5F45081AFE}"/>
              </a:ext>
            </a:extLst>
          </p:cNvPr>
          <p:cNvSpPr>
            <a:spLocks xmlns:a="http://schemas.openxmlformats.org/drawingml/2006/main" noGrp="1"/>
          </p:cNvSpPr>
          <p:nvPr/>
        </p:nvSpPr>
        <p:spPr>
          <a:xfrm xmlns:a="http://schemas.openxmlformats.org/drawingml/2006/main">
            <a:off x="5473959"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Connecteur droit 34">
            <a:extLst xmlns:a="http://schemas.openxmlformats.org/drawingml/2006/main">
              <a:ext uri="{FF2B5EF4-FFF2-40B4-BE49-F238E27FC236}">
                <a16:creationId xmlns:a16="http://schemas.microsoft.com/office/drawing/2014/main" id="{1A9D78C1-0B32-4A38-BFE5-C51D09FE4D2C}"/>
              </a:ext>
            </a:extLst>
          </p:cNvPr>
          <p:cNvSpPr>
            <a:spLocks xmlns:a="http://schemas.openxmlformats.org/drawingml/2006/main" noGrp="1"/>
          </p:cNvSpPr>
          <p:nvPr/>
        </p:nvSpPr>
        <p:spPr>
          <a:xfrm xmlns:a="http://schemas.openxmlformats.org/drawingml/2006/main">
            <a:off x="6705034"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Ellipse 36">
            <a:extLst xmlns:a="http://schemas.openxmlformats.org/drawingml/2006/main">
              <a:ext uri="{FF2B5EF4-FFF2-40B4-BE49-F238E27FC236}">
                <a16:creationId xmlns:a16="http://schemas.microsoft.com/office/drawing/2014/main" id="{50B6BD00-EB15-221C-AFA1-907A217D970A}"/>
              </a:ext>
            </a:extLst>
          </p:cNvPr>
          <p:cNvSpPr>
            <a:spLocks xmlns:a="http://schemas.openxmlformats.org/drawingml/2006/main" noGrp="1"/>
          </p:cNvSpPr>
          <p:nvPr/>
        </p:nvSpPr>
        <p:spPr>
          <a:xfrm xmlns:a="http://schemas.openxmlformats.org/drawingml/2006/main" rot="0" flipH="0" flipV="0">
            <a:off x="4660055" y="6293057"/>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8" name="Ellipse 37">
            <a:extLst xmlns:a="http://schemas.openxmlformats.org/drawingml/2006/main">
              <a:ext uri="{FF2B5EF4-FFF2-40B4-BE49-F238E27FC236}">
                <a16:creationId xmlns:a16="http://schemas.microsoft.com/office/drawing/2014/main" id="{1D84F425-2964-E403-FFDC-DB6252D43B94}"/>
              </a:ext>
            </a:extLst>
          </p:cNvPr>
          <p:cNvSpPr>
            <a:spLocks xmlns:a="http://schemas.openxmlformats.org/drawingml/2006/main" noGrp="1"/>
          </p:cNvSpPr>
          <p:nvPr/>
        </p:nvSpPr>
        <p:spPr>
          <a:xfrm xmlns:a="http://schemas.openxmlformats.org/drawingml/2006/main" rot="0" flipH="0" flipV="0">
            <a:off x="4762770" y="6395772"/>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0" name="Ellipse 39">
            <a:extLst xmlns:a="http://schemas.openxmlformats.org/drawingml/2006/main">
              <a:ext uri="{FF2B5EF4-FFF2-40B4-BE49-F238E27FC236}">
                <a16:creationId xmlns:a16="http://schemas.microsoft.com/office/drawing/2014/main" id="{0F328D85-17B8-23AC-57BF-07B83F848A1E}"/>
              </a:ext>
            </a:extLst>
          </p:cNvPr>
          <p:cNvSpPr>
            <a:spLocks xmlns:a="http://schemas.openxmlformats.org/drawingml/2006/main" noGrp="1"/>
          </p:cNvSpPr>
          <p:nvPr/>
        </p:nvSpPr>
        <p:spPr>
          <a:xfrm xmlns:a="http://schemas.openxmlformats.org/drawingml/2006/main" rot="0" flipH="0" flipV="0">
            <a:off x="5904037" y="6293055"/>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1" name="Ellipse 40">
            <a:extLst xmlns:a="http://schemas.openxmlformats.org/drawingml/2006/main">
              <a:ext uri="{FF2B5EF4-FFF2-40B4-BE49-F238E27FC236}">
                <a16:creationId xmlns:a16="http://schemas.microsoft.com/office/drawing/2014/main" id="{6863684F-9A4F-6A0B-4DB9-722D721E7D78}"/>
              </a:ext>
            </a:extLst>
          </p:cNvPr>
          <p:cNvSpPr>
            <a:spLocks xmlns:a="http://schemas.openxmlformats.org/drawingml/2006/main" noGrp="1"/>
          </p:cNvSpPr>
          <p:nvPr/>
        </p:nvSpPr>
        <p:spPr>
          <a:xfrm xmlns:a="http://schemas.openxmlformats.org/drawingml/2006/main" rot="0" flipH="0" flipV="0">
            <a:off x="6006752" y="6395770"/>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3" name="Ellipse 42">
            <a:extLst xmlns:a="http://schemas.openxmlformats.org/drawingml/2006/main">
              <a:ext uri="{FF2B5EF4-FFF2-40B4-BE49-F238E27FC236}">
                <a16:creationId xmlns:a16="http://schemas.microsoft.com/office/drawing/2014/main" id="{3B5BF83B-8851-0994-2E3A-97DE27107F54}"/>
              </a:ext>
            </a:extLst>
          </p:cNvPr>
          <p:cNvSpPr>
            <a:spLocks xmlns:a="http://schemas.openxmlformats.org/drawingml/2006/main" noGrp="1"/>
          </p:cNvSpPr>
          <p:nvPr/>
        </p:nvSpPr>
        <p:spPr>
          <a:xfrm xmlns:a="http://schemas.openxmlformats.org/drawingml/2006/main" rot="0" flipH="0" flipV="0">
            <a:off x="7067818" y="6293053"/>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4" name="Ellipse 43">
            <a:extLst xmlns:a="http://schemas.openxmlformats.org/drawingml/2006/main">
              <a:ext uri="{FF2B5EF4-FFF2-40B4-BE49-F238E27FC236}">
                <a16:creationId xmlns:a16="http://schemas.microsoft.com/office/drawing/2014/main" id="{6AEB11C5-1EA9-C204-19A3-5B0F090DB39F}"/>
              </a:ext>
            </a:extLst>
          </p:cNvPr>
          <p:cNvSpPr>
            <a:spLocks xmlns:a="http://schemas.openxmlformats.org/drawingml/2006/main" noGrp="1"/>
          </p:cNvSpPr>
          <p:nvPr/>
        </p:nvSpPr>
        <p:spPr>
          <a:xfrm xmlns:a="http://schemas.openxmlformats.org/drawingml/2006/main" rot="0" flipH="0" flipV="0">
            <a:off x="7170533" y="6395768"/>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2D43D9F7-B93C-5B67-3426-974C10495098}"/>
              </a:ext>
            </a:extLst>
          </p:cNvPr>
          <p:cNvSpPr>
            <a:spLocks xmlns:a="http://schemas.openxmlformats.org/drawingml/2006/main" noGrp="1"/>
          </p:cNvSpPr>
          <p:nvPr/>
        </p:nvSpPr>
        <p:spPr>
          <a:xfrm xmlns:a="http://schemas.openxmlformats.org/drawingml/2006/main">
            <a:off x="0" y="5531452"/>
            <a:ext cx="9157061" cy="257138"/>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ZoneTexte 28">
            <a:extLst xmlns:a="http://schemas.openxmlformats.org/drawingml/2006/main">
              <a:ext uri="{FF2B5EF4-FFF2-40B4-BE49-F238E27FC236}">
                <a16:creationId xmlns:a16="http://schemas.microsoft.com/office/drawing/2014/main" id="{40E55F93-2D14-EFD4-AD91-87207A8C9285}"/>
              </a:ext>
            </a:extLst>
          </p:cNvPr>
          <p:cNvSpPr>
            <a:spLocks xmlns:a="http://schemas.openxmlformats.org/drawingml/2006/main" noGrp="1"/>
          </p:cNvSpPr>
          <p:nvPr/>
        </p:nvSpPr>
        <p:spPr>
          <a:xfrm xmlns:a="http://schemas.openxmlformats.org/drawingml/2006/main">
            <a:off x="4355869"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RESTRICTED</a:t>
            </a:r>
          </a:p>
        </p:txBody>
      </p:sp>
      <p:sp>
        <p:nvSpPr>
          <p:cNvPr id="22" name="ZoneTexte 31">
            <a:extLst xmlns:a="http://schemas.openxmlformats.org/drawingml/2006/main">
              <a:ext uri="{FF2B5EF4-FFF2-40B4-BE49-F238E27FC236}">
                <a16:creationId xmlns:a16="http://schemas.microsoft.com/office/drawing/2014/main" id="{B52F513B-CFD3-625B-A24B-905849212E55}"/>
              </a:ext>
            </a:extLst>
          </p:cNvPr>
          <p:cNvSpPr>
            <a:spLocks xmlns:a="http://schemas.openxmlformats.org/drawingml/2006/main" noGrp="1"/>
          </p:cNvSpPr>
          <p:nvPr/>
        </p:nvSpPr>
        <p:spPr>
          <a:xfrm xmlns:a="http://schemas.openxmlformats.org/drawingml/2006/main">
            <a:off x="5594465"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INTERNAL</a:t>
            </a:r>
          </a:p>
        </p:txBody>
      </p:sp>
      <p:sp>
        <p:nvSpPr>
          <p:cNvPr id="23" name="ZoneTexte 32">
            <a:extLst xmlns:a="http://schemas.openxmlformats.org/drawingml/2006/main">
              <a:ext uri="{FF2B5EF4-FFF2-40B4-BE49-F238E27FC236}">
                <a16:creationId xmlns:a16="http://schemas.microsoft.com/office/drawing/2014/main" id="{4EC9C390-9181-10D0-ABDD-522E67AEFF95}"/>
              </a:ext>
            </a:extLst>
          </p:cNvPr>
          <p:cNvSpPr>
            <a:spLocks xmlns:a="http://schemas.openxmlformats.org/drawingml/2006/main" noGrp="1"/>
          </p:cNvSpPr>
          <p:nvPr/>
        </p:nvSpPr>
        <p:spPr>
          <a:xfrm xmlns:a="http://schemas.openxmlformats.org/drawingml/2006/main">
            <a:off x="6758246"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SECRET</a:t>
            </a:r>
          </a:p>
        </p:txBody>
      </p:sp>
    </p:spTree>
  </p:cSld>
</p:sldLayout>
</file>

<file path=ppt/slideLayouts/slideLayout3.xml><?xml version="1.0" encoding="utf-8"?>
<p:sldLayout xmlns:p="http://schemas.openxmlformats.org/presentationml/2006/main" showMasterSp="0" preserve="1" userDrawn="1">
  <p:cSld name="Cover 3">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D291196B-2C2A-3A77-85AA-715BE9E8F3F8}"/>
              </a:ext>
            </a:extLst>
          </p:cNvPr>
          <p:cNvSpPr>
            <a:spLocks xmlns:a="http://schemas.openxmlformats.org/drawingml/2006/main" noGrp="1"/>
          </p:cNvSpPr>
          <p:nvPr/>
        </p:nvSpPr>
        <p:spPr>
          <a:xfrm xmlns:a="http://schemas.openxmlformats.org/drawingml/2006/main">
            <a:off x="0" y="1"/>
            <a:ext cx="12192000" cy="5660020"/>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Espace réservé du titre 1">
            <a:extLst xmlns:a="http://schemas.openxmlformats.org/drawingml/2006/main">
              <a:ext uri="{FF2B5EF4-FFF2-40B4-BE49-F238E27FC236}">
                <a16:creationId xmlns:a16="http://schemas.microsoft.com/office/drawing/2014/main" id="{10F3B108-3CE1-4D6F-AAD5-4C0888A12E78}"/>
              </a:ext>
            </a:extLst>
          </p:cNvPr>
          <p:cNvSpPr>
            <a:spLocks xmlns:a="http://schemas.openxmlformats.org/drawingml/2006/main" noGrp="1"/>
          </p:cNvSpPr>
          <p:nvPr>
            <p:ph type="title" idx="0"/>
          </p:nvPr>
        </p:nvSpPr>
        <p:spPr>
          <a:xfrm xmlns:a="http://schemas.openxmlformats.org/drawingml/2006/main">
            <a:off x="365142" y="1544576"/>
            <a:ext cx="8348552" cy="861774"/>
          </a:xfrm>
          <a:prstGeom xmlns:a="http://schemas.openxmlformats.org/drawingml/2006/main" prst="rect">
            <a:avLst/>
          </a:prstGeom>
          <a:ln xmlns:a="http://schemas.openxmlformats.org/drawingml/2006/main">
            <a:noFill/>
          </a:ln>
        </p:spPr>
        <p:txBody>
          <a:bodyPr xmlns:a="http://schemas.openxmlformats.org/drawingml/2006/main" vert="horz" lIns="91440" tIns="45720" rIns="91440" bIns="45720" anchor="ctr">
            <a:spAutoFit/>
          </a:bodyPr>
          <a:lstStyle xmlns:a="http://schemas.openxmlformats.org/drawingml/2006/main">
            <a:lvl1pPr algn="l">
              <a:lnSpc>
                <a:spcPct val="100000"/>
              </a:lnSpc>
              <a:buNone/>
              <a:defRPr sz="5000" cap="all" baseline="0">
                <a:solidFill>
                  <a:schemeClr val="bg1"/>
                </a:solidFill>
              </a:defRPr>
            </a:lvl1pPr>
          </a:lstStyle>
          <a:p xmlns:a="http://schemas.openxmlformats.org/drawingml/2006/main">
            <a:endParaRPr/>
          </a:p>
        </p:txBody>
      </p:sp>
      <p:sp>
        <p:nvSpPr>
          <p:cNvPr id="19" name="ZoneTexte 18">
            <a:extLst xmlns:a="http://schemas.openxmlformats.org/drawingml/2006/main">
              <a:ext uri="{FF2B5EF4-FFF2-40B4-BE49-F238E27FC236}">
                <a16:creationId xmlns:a16="http://schemas.microsoft.com/office/drawing/2014/main" id="{AB374B0D-C9F6-4FBD-BFE1-D7D86673B7CA}"/>
              </a:ext>
            </a:extLst>
          </p:cNvPr>
          <p:cNvSpPr>
            <a:spLocks xmlns:a="http://schemas.openxmlformats.org/drawingml/2006/main" noGrp="1"/>
          </p:cNvSpPr>
          <p:nvPr/>
        </p:nvSpPr>
        <p:spPr>
          <a:xfrm xmlns:a="http://schemas.openxmlformats.org/drawingml/2006/main">
            <a:off x="4355869" y="5951759"/>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bg1"/>
                </a:solidFill>
                <a:latin typeface="Arial"/>
                <a:ea typeface="Arial"/>
                <a:cs typeface="Arial"/>
              </a:rPr>
              <a:t>INTERNE</a:t>
            </a:r>
          </a:p>
        </p:txBody>
      </p:sp>
      <p:sp>
        <p:nvSpPr>
          <p:cNvPr id="20" name="ZoneTexte 19">
            <a:extLst xmlns:a="http://schemas.openxmlformats.org/drawingml/2006/main">
              <a:ext uri="{FF2B5EF4-FFF2-40B4-BE49-F238E27FC236}">
                <a16:creationId xmlns:a16="http://schemas.microsoft.com/office/drawing/2014/main" id="{1DFE7E40-6887-4FFB-9910-3A9BF89584BF}"/>
              </a:ext>
            </a:extLst>
          </p:cNvPr>
          <p:cNvSpPr>
            <a:spLocks xmlns:a="http://schemas.openxmlformats.org/drawingml/2006/main" noGrp="1"/>
          </p:cNvSpPr>
          <p:nvPr/>
        </p:nvSpPr>
        <p:spPr>
          <a:xfrm xmlns:a="http://schemas.openxmlformats.org/drawingml/2006/main">
            <a:off x="5594465" y="5951759"/>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bg1"/>
                </a:solidFill>
                <a:latin typeface="Arial"/>
                <a:ea typeface="Arial"/>
                <a:cs typeface="Arial"/>
              </a:rPr>
              <a:t>RESTREINT</a:t>
            </a:r>
          </a:p>
        </p:txBody>
      </p:sp>
      <p:sp>
        <p:nvSpPr>
          <p:cNvPr id="21" name="ZoneTexte 20">
            <a:extLst xmlns:a="http://schemas.openxmlformats.org/drawingml/2006/main">
              <a:ext uri="{FF2B5EF4-FFF2-40B4-BE49-F238E27FC236}">
                <a16:creationId xmlns:a16="http://schemas.microsoft.com/office/drawing/2014/main" id="{755942F4-54B6-4A3F-8E32-4B7DAD30E6CA}"/>
              </a:ext>
            </a:extLst>
          </p:cNvPr>
          <p:cNvSpPr>
            <a:spLocks xmlns:a="http://schemas.openxmlformats.org/drawingml/2006/main" noGrp="1"/>
          </p:cNvSpPr>
          <p:nvPr/>
        </p:nvSpPr>
        <p:spPr>
          <a:xfrm xmlns:a="http://schemas.openxmlformats.org/drawingml/2006/main">
            <a:off x="6758246" y="5951759"/>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bg1"/>
                </a:solidFill>
                <a:latin typeface="Arial"/>
                <a:ea typeface="Arial"/>
                <a:cs typeface="Arial"/>
              </a:rPr>
              <a:t>SECRET</a:t>
            </a:r>
          </a:p>
        </p:txBody>
      </p:sp>
      <p:sp>
        <p:nvSpPr>
          <p:cNvPr id="22" name="Connecteur droit 21">
            <a:extLst xmlns:a="http://schemas.openxmlformats.org/drawingml/2006/main">
              <a:ext uri="{FF2B5EF4-FFF2-40B4-BE49-F238E27FC236}">
                <a16:creationId xmlns:a16="http://schemas.microsoft.com/office/drawing/2014/main" id="{1A17FC59-9108-4F90-8C94-6DB52CC4CD9B}"/>
              </a:ext>
            </a:extLst>
          </p:cNvPr>
          <p:cNvSpPr>
            <a:spLocks xmlns:a="http://schemas.openxmlformats.org/drawingml/2006/main" noGrp="1"/>
          </p:cNvSpPr>
          <p:nvPr/>
        </p:nvSpPr>
        <p:spPr>
          <a:xfrm xmlns:a="http://schemas.openxmlformats.org/drawingml/2006/main">
            <a:off x="5473959" y="5946709"/>
            <a:ext cx="0" cy="198000"/>
          </a:xfrm>
          <a:prstGeom xmlns:a="http://schemas.openxmlformats.org/drawingml/2006/main" prst="line">
            <a:avLst/>
          </a:prstGeom>
          <a:ln xmlns:a="http://schemas.openxmlformats.org/drawingml/2006/main" w="63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nnecteur droit 22">
            <a:extLst xmlns:a="http://schemas.openxmlformats.org/drawingml/2006/main">
              <a:ext uri="{FF2B5EF4-FFF2-40B4-BE49-F238E27FC236}">
                <a16:creationId xmlns:a16="http://schemas.microsoft.com/office/drawing/2014/main" id="{1294F4A7-44D7-4802-A3B1-C49A5E943B69}"/>
              </a:ext>
            </a:extLst>
          </p:cNvPr>
          <p:cNvSpPr>
            <a:spLocks xmlns:a="http://schemas.openxmlformats.org/drawingml/2006/main" noGrp="1"/>
          </p:cNvSpPr>
          <p:nvPr/>
        </p:nvSpPr>
        <p:spPr>
          <a:xfrm xmlns:a="http://schemas.openxmlformats.org/drawingml/2006/main">
            <a:off x="6705034" y="5946709"/>
            <a:ext cx="0" cy="198000"/>
          </a:xfrm>
          <a:prstGeom xmlns:a="http://schemas.openxmlformats.org/drawingml/2006/main" prst="line">
            <a:avLst/>
          </a:prstGeom>
          <a:ln xmlns:a="http://schemas.openxmlformats.org/drawingml/2006/main" w="63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Connecteur droit 36">
            <a:extLst xmlns:a="http://schemas.openxmlformats.org/drawingml/2006/main">
              <a:ext uri="{FF2B5EF4-FFF2-40B4-BE49-F238E27FC236}">
                <a16:creationId xmlns:a16="http://schemas.microsoft.com/office/drawing/2014/main" id="{A25E8835-E72A-4B75-9D92-F6D714003D3F}"/>
              </a:ext>
            </a:extLst>
          </p:cNvPr>
          <p:cNvSpPr>
            <a:spLocks xmlns:a="http://schemas.openxmlformats.org/drawingml/2006/main" noGrp="1"/>
          </p:cNvSpPr>
          <p:nvPr/>
        </p:nvSpPr>
        <p:spPr>
          <a:xfrm xmlns:a="http://schemas.openxmlformats.org/drawingml/2006/main">
            <a:off x="5473959"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Connecteur droit 37">
            <a:extLst xmlns:a="http://schemas.openxmlformats.org/drawingml/2006/main">
              <a:ext uri="{FF2B5EF4-FFF2-40B4-BE49-F238E27FC236}">
                <a16:creationId xmlns:a16="http://schemas.microsoft.com/office/drawing/2014/main" id="{1475F3F3-09E0-4B46-AE77-EA6E27D64A39}"/>
              </a:ext>
            </a:extLst>
          </p:cNvPr>
          <p:cNvSpPr>
            <a:spLocks xmlns:a="http://schemas.openxmlformats.org/drawingml/2006/main" noGrp="1"/>
          </p:cNvSpPr>
          <p:nvPr/>
        </p:nvSpPr>
        <p:spPr>
          <a:xfrm xmlns:a="http://schemas.openxmlformats.org/drawingml/2006/main">
            <a:off x="6705034"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Ellipse 39">
            <a:extLst xmlns:a="http://schemas.openxmlformats.org/drawingml/2006/main">
              <a:ext uri="{FF2B5EF4-FFF2-40B4-BE49-F238E27FC236}">
                <a16:creationId xmlns:a16="http://schemas.microsoft.com/office/drawing/2014/main" id="{6CC51495-9AE5-134A-52E6-8BEFE96A5097}"/>
              </a:ext>
            </a:extLst>
          </p:cNvPr>
          <p:cNvSpPr>
            <a:spLocks xmlns:a="http://schemas.openxmlformats.org/drawingml/2006/main" noGrp="1"/>
          </p:cNvSpPr>
          <p:nvPr/>
        </p:nvSpPr>
        <p:spPr>
          <a:xfrm xmlns:a="http://schemas.openxmlformats.org/drawingml/2006/main" rot="0" flipH="0" flipV="0">
            <a:off x="4660055" y="6293057"/>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1" name="Ellipse 40">
            <a:extLst xmlns:a="http://schemas.openxmlformats.org/drawingml/2006/main">
              <a:ext uri="{FF2B5EF4-FFF2-40B4-BE49-F238E27FC236}">
                <a16:creationId xmlns:a16="http://schemas.microsoft.com/office/drawing/2014/main" id="{BE45E799-CEC8-26E0-E50C-25B7F6B6DFEF}"/>
              </a:ext>
            </a:extLst>
          </p:cNvPr>
          <p:cNvSpPr>
            <a:spLocks xmlns:a="http://schemas.openxmlformats.org/drawingml/2006/main" noGrp="1"/>
          </p:cNvSpPr>
          <p:nvPr/>
        </p:nvSpPr>
        <p:spPr>
          <a:xfrm xmlns:a="http://schemas.openxmlformats.org/drawingml/2006/main" rot="0" flipH="0" flipV="0">
            <a:off x="4762770" y="6395772"/>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3" name="Ellipse 42">
            <a:extLst xmlns:a="http://schemas.openxmlformats.org/drawingml/2006/main">
              <a:ext uri="{FF2B5EF4-FFF2-40B4-BE49-F238E27FC236}">
                <a16:creationId xmlns:a16="http://schemas.microsoft.com/office/drawing/2014/main" id="{741455FF-5313-FFD0-43F9-F824FEB8B994}"/>
              </a:ext>
            </a:extLst>
          </p:cNvPr>
          <p:cNvSpPr>
            <a:spLocks xmlns:a="http://schemas.openxmlformats.org/drawingml/2006/main" noGrp="1"/>
          </p:cNvSpPr>
          <p:nvPr/>
        </p:nvSpPr>
        <p:spPr>
          <a:xfrm xmlns:a="http://schemas.openxmlformats.org/drawingml/2006/main" rot="0" flipH="0" flipV="0">
            <a:off x="5904037" y="6293055"/>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4" name="Ellipse 43">
            <a:extLst xmlns:a="http://schemas.openxmlformats.org/drawingml/2006/main">
              <a:ext uri="{FF2B5EF4-FFF2-40B4-BE49-F238E27FC236}">
                <a16:creationId xmlns:a16="http://schemas.microsoft.com/office/drawing/2014/main" id="{6A34C543-543A-E4B6-2544-E4B8030FCBEA}"/>
              </a:ext>
            </a:extLst>
          </p:cNvPr>
          <p:cNvSpPr>
            <a:spLocks xmlns:a="http://schemas.openxmlformats.org/drawingml/2006/main" noGrp="1"/>
          </p:cNvSpPr>
          <p:nvPr/>
        </p:nvSpPr>
        <p:spPr>
          <a:xfrm xmlns:a="http://schemas.openxmlformats.org/drawingml/2006/main" rot="0" flipH="0" flipV="0">
            <a:off x="6006752" y="6395770"/>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6" name="Ellipse 45">
            <a:extLst xmlns:a="http://schemas.openxmlformats.org/drawingml/2006/main">
              <a:ext uri="{FF2B5EF4-FFF2-40B4-BE49-F238E27FC236}">
                <a16:creationId xmlns:a16="http://schemas.microsoft.com/office/drawing/2014/main" id="{8D73EBB9-9466-AB89-5A4D-CE0263309A21}"/>
              </a:ext>
            </a:extLst>
          </p:cNvPr>
          <p:cNvSpPr>
            <a:spLocks xmlns:a="http://schemas.openxmlformats.org/drawingml/2006/main" noGrp="1"/>
          </p:cNvSpPr>
          <p:nvPr/>
        </p:nvSpPr>
        <p:spPr>
          <a:xfrm xmlns:a="http://schemas.openxmlformats.org/drawingml/2006/main" rot="0" flipH="0" flipV="0">
            <a:off x="7067818" y="6293053"/>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7" name="Ellipse 46">
            <a:extLst xmlns:a="http://schemas.openxmlformats.org/drawingml/2006/main">
              <a:ext uri="{FF2B5EF4-FFF2-40B4-BE49-F238E27FC236}">
                <a16:creationId xmlns:a16="http://schemas.microsoft.com/office/drawing/2014/main" id="{3E4BCE90-A7D9-8314-C47D-DF3555EEFBDA}"/>
              </a:ext>
            </a:extLst>
          </p:cNvPr>
          <p:cNvSpPr>
            <a:spLocks xmlns:a="http://schemas.openxmlformats.org/drawingml/2006/main" noGrp="1"/>
          </p:cNvSpPr>
          <p:nvPr/>
        </p:nvSpPr>
        <p:spPr>
          <a:xfrm xmlns:a="http://schemas.openxmlformats.org/drawingml/2006/main" rot="0" flipH="0" flipV="0">
            <a:off x="7170533" y="6395768"/>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1AC14A87-EE06-1F42-568C-B59F7048F08F}"/>
              </a:ext>
            </a:extLst>
          </p:cNvPr>
          <p:cNvSpPr>
            <a:spLocks xmlns:a="http://schemas.openxmlformats.org/drawingml/2006/main" noGrp="1"/>
          </p:cNvSpPr>
          <p:nvPr/>
        </p:nvSpPr>
        <p:spPr>
          <a:xfrm xmlns:a="http://schemas.openxmlformats.org/drawingml/2006/main">
            <a:off x="0" y="5531452"/>
            <a:ext cx="9157061" cy="257138"/>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5" name="Image 15"/>
          <p:cNvPicPr>
            <a:picLocks xmlns:a="http://schemas.openxmlformats.org/drawingml/2006/main" noChangeAspect="1"/>
          </p:cNvPicPr>
          <p:nvPr/>
        </p:nvPicPr>
        <p:blipFill>
          <a:blip xmlns:r="http://schemas.openxmlformats.org/officeDocument/2006/relationships" xmlns:a="http://schemas.openxmlformats.org/drawingml/2006/main" r:embed="R2467e3cc6e7646be"/>
          <a:stretch xmlns:a="http://schemas.openxmlformats.org/drawingml/2006/main">
            <a:fillRect l="0" t="0" r="0" b="0"/>
          </a:stretch>
        </p:blipFill>
        <p:spPr>
          <a:xfrm xmlns:a="http://schemas.openxmlformats.org/drawingml/2006/main">
            <a:off x="5376510" y="4485146"/>
            <a:ext cx="1438980" cy="517883"/>
          </a:xfrm>
          <a:prstGeom xmlns:a="http://schemas.openxmlformats.org/drawingml/2006/main" prst="rect">
            <a:avLst/>
          </a:prstGeom>
          <a:ln xmlns:a="http://schemas.openxmlformats.org/drawingml/2006/main">
            <a:noFill/>
          </a:ln>
        </p:spPr>
      </p:pic>
      <p:sp>
        <p:nvSpPr>
          <p:cNvPr id="27" name="ZoneTexte 28">
            <a:extLst xmlns:a="http://schemas.openxmlformats.org/drawingml/2006/main">
              <a:ext uri="{FF2B5EF4-FFF2-40B4-BE49-F238E27FC236}">
                <a16:creationId xmlns:a16="http://schemas.microsoft.com/office/drawing/2014/main" id="{D6BB8381-8ECB-70B5-1F9D-9BEF9AE13C4E}"/>
              </a:ext>
            </a:extLst>
          </p:cNvPr>
          <p:cNvSpPr>
            <a:spLocks xmlns:a="http://schemas.openxmlformats.org/drawingml/2006/main" noGrp="1"/>
          </p:cNvSpPr>
          <p:nvPr/>
        </p:nvSpPr>
        <p:spPr>
          <a:xfrm xmlns:a="http://schemas.openxmlformats.org/drawingml/2006/main">
            <a:off x="4355869"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RESTRICTED</a:t>
            </a:r>
          </a:p>
        </p:txBody>
      </p:sp>
      <p:sp>
        <p:nvSpPr>
          <p:cNvPr id="28" name="ZoneTexte 31">
            <a:extLst xmlns:a="http://schemas.openxmlformats.org/drawingml/2006/main">
              <a:ext uri="{FF2B5EF4-FFF2-40B4-BE49-F238E27FC236}">
                <a16:creationId xmlns:a16="http://schemas.microsoft.com/office/drawing/2014/main" id="{FA2B74C9-CBCE-1907-8E3A-0AF4EA8D8FD2}"/>
              </a:ext>
            </a:extLst>
          </p:cNvPr>
          <p:cNvSpPr>
            <a:spLocks xmlns:a="http://schemas.openxmlformats.org/drawingml/2006/main" noGrp="1"/>
          </p:cNvSpPr>
          <p:nvPr/>
        </p:nvSpPr>
        <p:spPr>
          <a:xfrm xmlns:a="http://schemas.openxmlformats.org/drawingml/2006/main">
            <a:off x="5594465"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INTERNAL</a:t>
            </a:r>
          </a:p>
        </p:txBody>
      </p:sp>
      <p:sp>
        <p:nvSpPr>
          <p:cNvPr id="32" name="ZoneTexte 32">
            <a:extLst xmlns:a="http://schemas.openxmlformats.org/drawingml/2006/main">
              <a:ext uri="{FF2B5EF4-FFF2-40B4-BE49-F238E27FC236}">
                <a16:creationId xmlns:a16="http://schemas.microsoft.com/office/drawing/2014/main" id="{98A7D84C-0AAF-215C-7081-F5CBA17E546E}"/>
              </a:ext>
            </a:extLst>
          </p:cNvPr>
          <p:cNvSpPr>
            <a:spLocks xmlns:a="http://schemas.openxmlformats.org/drawingml/2006/main" noGrp="1"/>
          </p:cNvSpPr>
          <p:nvPr/>
        </p:nvSpPr>
        <p:spPr>
          <a:xfrm xmlns:a="http://schemas.openxmlformats.org/drawingml/2006/main">
            <a:off x="6758246"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SECRET</a:t>
            </a:r>
          </a:p>
        </p:txBody>
      </p:sp>
      <p:sp>
        <p:nvSpPr>
          <p:cNvPr id="26" name="Espace réservé du texte 11">
            <a:extLst xmlns:a="http://schemas.openxmlformats.org/drawingml/2006/main">
              <a:ext uri="{FF2B5EF4-FFF2-40B4-BE49-F238E27FC236}">
                <a16:creationId xmlns:a16="http://schemas.microsoft.com/office/drawing/2014/main" id="{AC7DBAEB-5019-B3E8-666A-8362470008ED}"/>
              </a:ext>
            </a:extLst>
          </p:cNvPr>
          <p:cNvSpPr>
            <a:spLocks xmlns:a="http://schemas.openxmlformats.org/drawingml/2006/main" noGrp="1"/>
          </p:cNvSpPr>
          <p:nvPr>
            <p:ph type="body" idx="10"/>
          </p:nvPr>
        </p:nvSpPr>
        <p:spPr>
          <a:xfrm xmlns:a="http://schemas.openxmlformats.org/drawingml/2006/main">
            <a:off x="6343457" y="3662926"/>
            <a:ext cx="4853116" cy="400110"/>
          </a:xfrm>
          <a:prstGeom xmlns:a="http://schemas.openxmlformats.org/drawingml/2006/main" prst="rect">
            <a:avLst/>
          </a:prstGeom>
        </p:spPr>
        <p:txBody>
          <a:bodyPr xmlns:a="http://schemas.openxmlformats.org/drawingml/2006/main" anchor="ctr">
            <a:spAutoFit/>
          </a:bodyPr>
          <a:lstStyle xmlns:a="http://schemas.openxmlformats.org/drawingml/2006/main">
            <a:lvl1pPr marL="0" indent="0" algn="r">
              <a:lnSpc>
                <a:spcPct val="100000"/>
              </a:lnSpc>
              <a:buNone/>
              <a:defRPr sz="2000">
                <a:solidFill>
                  <a:schemeClr val="bg1"/>
                </a:solidFill>
              </a:defRPr>
            </a:lvl1pPr>
          </a:lstStyle>
          <a:p xmlns:a="http://schemas.openxmlformats.org/drawingml/2006/main">
            <a:pPr lvl="0">
              <a:buNone/>
            </a:pPr>
            <a:endParaRPr/>
          </a:p>
        </p:txBody>
      </p:sp>
    </p:spTree>
  </p:cSld>
</p:sldLayout>
</file>

<file path=ppt/slideLayouts/slideLayout4.xml><?xml version="1.0" encoding="utf-8"?>
<p:sldLayout xmlns:p="http://schemas.openxmlformats.org/presentationml/2006/main" showMasterSp="0" preserve="1" userDrawn="1">
  <p:cSld name="Summary">
    <p:spTree>
      <p:nvGrpSpPr>
        <p:cNvPr id="1" name=""/>
        <p:cNvGrpSpPr/>
        <p:nvPr/>
      </p:nvGrpSpPr>
      <p:grpSpPr>
        <a:xfrm xmlns:a="http://schemas.openxmlformats.org/drawingml/2006/main"/>
      </p:grpSpPr>
      <p:pic>
        <p:nvPicPr>
          <p:cNvPr id="45" name="Image 8"/>
          <p:cNvPicPr>
            <a:picLocks xmlns:a="http://schemas.openxmlformats.org/drawingml/2006/main" noChangeAspect="1"/>
          </p:cNvPicPr>
          <p:nvPr/>
        </p:nvPicPr>
        <p:blipFill>
          <a:blip xmlns:r="http://schemas.openxmlformats.org/officeDocument/2006/relationships" xmlns:a="http://schemas.openxmlformats.org/drawingml/2006/main" r:embed="Rd2c849fe76a541fc"/>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DA7049E5-56AF-4B3B-A97F-3699A1A05A83}"/>
              </a:ext>
            </a:extLst>
          </p:cNvPr>
          <p:cNvSpPr>
            <a:spLocks xmlns:a="http://schemas.openxmlformats.org/drawingml/2006/main" noGrp="1"/>
          </p:cNvSpPr>
          <p:nvPr/>
        </p:nvSpPr>
        <p:spPr>
          <a:xfrm xmlns:a="http://schemas.openxmlformats.org/drawingml/2006/main">
            <a:off x="0" y="890167"/>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Espace réservé du texte 26">
            <a:extLst xmlns:a="http://schemas.openxmlformats.org/drawingml/2006/main">
              <a:ext uri="{FF2B5EF4-FFF2-40B4-BE49-F238E27FC236}">
                <a16:creationId xmlns:a16="http://schemas.microsoft.com/office/drawing/2014/main" id="{24CACEE7-33A0-4B90-BD78-372E43E5128B}"/>
              </a:ext>
            </a:extLst>
          </p:cNvPr>
          <p:cNvSpPr>
            <a:spLocks xmlns:a="http://schemas.openxmlformats.org/drawingml/2006/main" noGrp="1"/>
          </p:cNvSpPr>
          <p:nvPr>
            <p:ph type="body" idx="11" hasCustomPrompt="1"/>
          </p:nvPr>
        </p:nvSpPr>
        <p:spPr>
          <a:xfrm xmlns:a="http://schemas.openxmlformats.org/drawingml/2006/main">
            <a:off x="6869129" y="1974557"/>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14" name="Espace réservé du texte 26">
            <a:extLst xmlns:a="http://schemas.openxmlformats.org/drawingml/2006/main">
              <a:ext uri="{FF2B5EF4-FFF2-40B4-BE49-F238E27FC236}">
                <a16:creationId xmlns:a16="http://schemas.microsoft.com/office/drawing/2014/main" id="{1DD0599C-1921-47BA-9B44-F0954A4F9B71}"/>
              </a:ext>
            </a:extLst>
          </p:cNvPr>
          <p:cNvSpPr>
            <a:spLocks xmlns:a="http://schemas.openxmlformats.org/drawingml/2006/main" noGrp="1"/>
          </p:cNvSpPr>
          <p:nvPr>
            <p:ph type="body" idx="12" hasCustomPrompt="1"/>
          </p:nvPr>
        </p:nvSpPr>
        <p:spPr>
          <a:xfrm xmlns:a="http://schemas.openxmlformats.org/drawingml/2006/main">
            <a:off x="4239722" y="2249067"/>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15" name="Espace réservé du texte 26">
            <a:extLst xmlns:a="http://schemas.openxmlformats.org/drawingml/2006/main">
              <a:ext uri="{FF2B5EF4-FFF2-40B4-BE49-F238E27FC236}">
                <a16:creationId xmlns:a16="http://schemas.microsoft.com/office/drawing/2014/main" id="{615A44B0-6E89-4733-91D2-0945757FEB11}"/>
              </a:ext>
            </a:extLst>
          </p:cNvPr>
          <p:cNvSpPr>
            <a:spLocks xmlns:a="http://schemas.openxmlformats.org/drawingml/2006/main" noGrp="1"/>
          </p:cNvSpPr>
          <p:nvPr>
            <p:ph type="body" idx="13" hasCustomPrompt="1"/>
          </p:nvPr>
        </p:nvSpPr>
        <p:spPr>
          <a:xfrm xmlns:a="http://schemas.openxmlformats.org/drawingml/2006/main">
            <a:off x="4993520" y="2043809"/>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16" name="Espace réservé du texte 26">
            <a:extLst xmlns:a="http://schemas.openxmlformats.org/drawingml/2006/main">
              <a:ext uri="{FF2B5EF4-FFF2-40B4-BE49-F238E27FC236}">
                <a16:creationId xmlns:a16="http://schemas.microsoft.com/office/drawing/2014/main" id="{7693AF9D-365D-45DE-A221-58D1EE4E146B}"/>
              </a:ext>
            </a:extLst>
          </p:cNvPr>
          <p:cNvSpPr>
            <a:spLocks xmlns:a="http://schemas.openxmlformats.org/drawingml/2006/main" noGrp="1"/>
          </p:cNvSpPr>
          <p:nvPr>
            <p:ph type="body" idx="14" hasCustomPrompt="1"/>
          </p:nvPr>
        </p:nvSpPr>
        <p:spPr>
          <a:xfrm xmlns:a="http://schemas.openxmlformats.org/drawingml/2006/main">
            <a:off x="6869129" y="2879950"/>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17" name="Espace réservé du texte 26">
            <a:extLst xmlns:a="http://schemas.openxmlformats.org/drawingml/2006/main">
              <a:ext uri="{FF2B5EF4-FFF2-40B4-BE49-F238E27FC236}">
                <a16:creationId xmlns:a16="http://schemas.microsoft.com/office/drawing/2014/main" id="{364D430B-463E-4695-95DE-028D23FA5B63}"/>
              </a:ext>
            </a:extLst>
          </p:cNvPr>
          <p:cNvSpPr>
            <a:spLocks xmlns:a="http://schemas.openxmlformats.org/drawingml/2006/main" noGrp="1"/>
          </p:cNvSpPr>
          <p:nvPr>
            <p:ph type="body" idx="15" hasCustomPrompt="1"/>
          </p:nvPr>
        </p:nvSpPr>
        <p:spPr>
          <a:xfrm xmlns:a="http://schemas.openxmlformats.org/drawingml/2006/main">
            <a:off x="4239722" y="3154460"/>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18" name="Espace réservé du texte 26">
            <a:extLst xmlns:a="http://schemas.openxmlformats.org/drawingml/2006/main">
              <a:ext uri="{FF2B5EF4-FFF2-40B4-BE49-F238E27FC236}">
                <a16:creationId xmlns:a16="http://schemas.microsoft.com/office/drawing/2014/main" id="{C1125814-0E7E-4FC6-964D-D66E5FCE5702}"/>
              </a:ext>
            </a:extLst>
          </p:cNvPr>
          <p:cNvSpPr>
            <a:spLocks xmlns:a="http://schemas.openxmlformats.org/drawingml/2006/main" noGrp="1"/>
          </p:cNvSpPr>
          <p:nvPr>
            <p:ph type="body" idx="16" hasCustomPrompt="1"/>
          </p:nvPr>
        </p:nvSpPr>
        <p:spPr>
          <a:xfrm xmlns:a="http://schemas.openxmlformats.org/drawingml/2006/main">
            <a:off x="4993520" y="2949202"/>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19" name="Espace réservé du texte 26">
            <a:extLst xmlns:a="http://schemas.openxmlformats.org/drawingml/2006/main">
              <a:ext uri="{FF2B5EF4-FFF2-40B4-BE49-F238E27FC236}">
                <a16:creationId xmlns:a16="http://schemas.microsoft.com/office/drawing/2014/main" id="{0A04B0AE-6C8D-43D9-9DA1-6AEA3EFE1747}"/>
              </a:ext>
            </a:extLst>
          </p:cNvPr>
          <p:cNvSpPr>
            <a:spLocks xmlns:a="http://schemas.openxmlformats.org/drawingml/2006/main" noGrp="1"/>
          </p:cNvSpPr>
          <p:nvPr>
            <p:ph type="body" idx="17" hasCustomPrompt="1"/>
          </p:nvPr>
        </p:nvSpPr>
        <p:spPr>
          <a:xfrm xmlns:a="http://schemas.openxmlformats.org/drawingml/2006/main">
            <a:off x="6869129" y="3807489"/>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20" name="Espace réservé du texte 26">
            <a:extLst xmlns:a="http://schemas.openxmlformats.org/drawingml/2006/main">
              <a:ext uri="{FF2B5EF4-FFF2-40B4-BE49-F238E27FC236}">
                <a16:creationId xmlns:a16="http://schemas.microsoft.com/office/drawing/2014/main" id="{34E38AAA-2D02-491E-BA59-59DDA7C30081}"/>
              </a:ext>
            </a:extLst>
          </p:cNvPr>
          <p:cNvSpPr>
            <a:spLocks xmlns:a="http://schemas.openxmlformats.org/drawingml/2006/main" noGrp="1"/>
          </p:cNvSpPr>
          <p:nvPr>
            <p:ph type="body" idx="18" hasCustomPrompt="1"/>
          </p:nvPr>
        </p:nvSpPr>
        <p:spPr>
          <a:xfrm xmlns:a="http://schemas.openxmlformats.org/drawingml/2006/main">
            <a:off x="4239722" y="4081999"/>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21" name="Espace réservé du texte 26">
            <a:extLst xmlns:a="http://schemas.openxmlformats.org/drawingml/2006/main">
              <a:ext uri="{FF2B5EF4-FFF2-40B4-BE49-F238E27FC236}">
                <a16:creationId xmlns:a16="http://schemas.microsoft.com/office/drawing/2014/main" id="{90BEB854-DBA8-4CF6-9783-FE19C6575767}"/>
              </a:ext>
            </a:extLst>
          </p:cNvPr>
          <p:cNvSpPr>
            <a:spLocks xmlns:a="http://schemas.openxmlformats.org/drawingml/2006/main" noGrp="1"/>
          </p:cNvSpPr>
          <p:nvPr>
            <p:ph type="body" idx="19" hasCustomPrompt="1"/>
          </p:nvPr>
        </p:nvSpPr>
        <p:spPr>
          <a:xfrm xmlns:a="http://schemas.openxmlformats.org/drawingml/2006/main">
            <a:off x="4993520" y="3876741"/>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22" name="Espace réservé du texte 26">
            <a:extLst xmlns:a="http://schemas.openxmlformats.org/drawingml/2006/main">
              <a:ext uri="{FF2B5EF4-FFF2-40B4-BE49-F238E27FC236}">
                <a16:creationId xmlns:a16="http://schemas.microsoft.com/office/drawing/2014/main" id="{BA3EE6DE-1BA8-43A7-ADD1-29CD4F21CC7A}"/>
              </a:ext>
            </a:extLst>
          </p:cNvPr>
          <p:cNvSpPr>
            <a:spLocks xmlns:a="http://schemas.openxmlformats.org/drawingml/2006/main" noGrp="1"/>
          </p:cNvSpPr>
          <p:nvPr>
            <p:ph type="body" idx="20" hasCustomPrompt="1"/>
          </p:nvPr>
        </p:nvSpPr>
        <p:spPr>
          <a:xfrm xmlns:a="http://schemas.openxmlformats.org/drawingml/2006/main">
            <a:off x="6869129" y="4714023"/>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23" name="Espace réservé du texte 26">
            <a:extLst xmlns:a="http://schemas.openxmlformats.org/drawingml/2006/main">
              <a:ext uri="{FF2B5EF4-FFF2-40B4-BE49-F238E27FC236}">
                <a16:creationId xmlns:a16="http://schemas.microsoft.com/office/drawing/2014/main" id="{1CA142FE-3D9B-44AB-A8F3-187CFAFAD6B5}"/>
              </a:ext>
            </a:extLst>
          </p:cNvPr>
          <p:cNvSpPr>
            <a:spLocks xmlns:a="http://schemas.openxmlformats.org/drawingml/2006/main" noGrp="1"/>
          </p:cNvSpPr>
          <p:nvPr>
            <p:ph type="body" idx="21" hasCustomPrompt="1"/>
          </p:nvPr>
        </p:nvSpPr>
        <p:spPr>
          <a:xfrm xmlns:a="http://schemas.openxmlformats.org/drawingml/2006/main">
            <a:off x="4239722" y="4988533"/>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24" name="Espace réservé du texte 26">
            <a:extLst xmlns:a="http://schemas.openxmlformats.org/drawingml/2006/main">
              <a:ext uri="{FF2B5EF4-FFF2-40B4-BE49-F238E27FC236}">
                <a16:creationId xmlns:a16="http://schemas.microsoft.com/office/drawing/2014/main" id="{184BCBA6-CDDC-4134-AEF3-B9CB61956477}"/>
              </a:ext>
            </a:extLst>
          </p:cNvPr>
          <p:cNvSpPr>
            <a:spLocks xmlns:a="http://schemas.openxmlformats.org/drawingml/2006/main" noGrp="1"/>
          </p:cNvSpPr>
          <p:nvPr>
            <p:ph type="body" idx="22" hasCustomPrompt="1"/>
          </p:nvPr>
        </p:nvSpPr>
        <p:spPr>
          <a:xfrm xmlns:a="http://schemas.openxmlformats.org/drawingml/2006/main">
            <a:off x="4993520" y="4783275"/>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25" name="Espace réservé du texte 26">
            <a:extLst xmlns:a="http://schemas.openxmlformats.org/drawingml/2006/main">
              <a:ext uri="{FF2B5EF4-FFF2-40B4-BE49-F238E27FC236}">
                <a16:creationId xmlns:a16="http://schemas.microsoft.com/office/drawing/2014/main" id="{64728F90-9961-40D7-ADE3-000E176AFFC5}"/>
              </a:ext>
            </a:extLst>
          </p:cNvPr>
          <p:cNvSpPr>
            <a:spLocks xmlns:a="http://schemas.openxmlformats.org/drawingml/2006/main" noGrp="1"/>
          </p:cNvSpPr>
          <p:nvPr>
            <p:ph type="body" idx="23" hasCustomPrompt="1"/>
          </p:nvPr>
        </p:nvSpPr>
        <p:spPr>
          <a:xfrm xmlns:a="http://schemas.openxmlformats.org/drawingml/2006/main">
            <a:off x="10527538" y="1974557"/>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26" name="Espace réservé du texte 26">
            <a:extLst xmlns:a="http://schemas.openxmlformats.org/drawingml/2006/main">
              <a:ext uri="{FF2B5EF4-FFF2-40B4-BE49-F238E27FC236}">
                <a16:creationId xmlns:a16="http://schemas.microsoft.com/office/drawing/2014/main" id="{61F66FFE-67C9-4B56-8324-EF6BDFE32E4B}"/>
              </a:ext>
            </a:extLst>
          </p:cNvPr>
          <p:cNvSpPr>
            <a:spLocks xmlns:a="http://schemas.openxmlformats.org/drawingml/2006/main" noGrp="1"/>
          </p:cNvSpPr>
          <p:nvPr>
            <p:ph type="body" idx="24" hasCustomPrompt="1"/>
          </p:nvPr>
        </p:nvSpPr>
        <p:spPr>
          <a:xfrm xmlns:a="http://schemas.openxmlformats.org/drawingml/2006/main">
            <a:off x="7898131" y="2249067"/>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27" name="Espace réservé du texte 26">
            <a:extLst xmlns:a="http://schemas.openxmlformats.org/drawingml/2006/main">
              <a:ext uri="{FF2B5EF4-FFF2-40B4-BE49-F238E27FC236}">
                <a16:creationId xmlns:a16="http://schemas.microsoft.com/office/drawing/2014/main" id="{770BEFA4-581A-4759-8605-C6AF6C4085AC}"/>
              </a:ext>
            </a:extLst>
          </p:cNvPr>
          <p:cNvSpPr>
            <a:spLocks xmlns:a="http://schemas.openxmlformats.org/drawingml/2006/main" noGrp="1"/>
          </p:cNvSpPr>
          <p:nvPr>
            <p:ph type="body" idx="25" hasCustomPrompt="1"/>
          </p:nvPr>
        </p:nvSpPr>
        <p:spPr>
          <a:xfrm xmlns:a="http://schemas.openxmlformats.org/drawingml/2006/main">
            <a:off x="8651929" y="2043809"/>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28" name="Espace réservé du texte 26">
            <a:extLst xmlns:a="http://schemas.openxmlformats.org/drawingml/2006/main">
              <a:ext uri="{FF2B5EF4-FFF2-40B4-BE49-F238E27FC236}">
                <a16:creationId xmlns:a16="http://schemas.microsoft.com/office/drawing/2014/main" id="{0DC42330-EAE2-49DE-BF3A-315F8F226555}"/>
              </a:ext>
            </a:extLst>
          </p:cNvPr>
          <p:cNvSpPr>
            <a:spLocks xmlns:a="http://schemas.openxmlformats.org/drawingml/2006/main" noGrp="1"/>
          </p:cNvSpPr>
          <p:nvPr>
            <p:ph type="body" idx="26" hasCustomPrompt="1"/>
          </p:nvPr>
        </p:nvSpPr>
        <p:spPr>
          <a:xfrm xmlns:a="http://schemas.openxmlformats.org/drawingml/2006/main">
            <a:off x="10527538" y="2879950"/>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29" name="Espace réservé du texte 26">
            <a:extLst xmlns:a="http://schemas.openxmlformats.org/drawingml/2006/main">
              <a:ext uri="{FF2B5EF4-FFF2-40B4-BE49-F238E27FC236}">
                <a16:creationId xmlns:a16="http://schemas.microsoft.com/office/drawing/2014/main" id="{88D570F5-9141-4173-B1A7-2A1E8ABCE4F1}"/>
              </a:ext>
            </a:extLst>
          </p:cNvPr>
          <p:cNvSpPr>
            <a:spLocks xmlns:a="http://schemas.openxmlformats.org/drawingml/2006/main" noGrp="1"/>
          </p:cNvSpPr>
          <p:nvPr>
            <p:ph type="body" idx="27" hasCustomPrompt="1"/>
          </p:nvPr>
        </p:nvSpPr>
        <p:spPr>
          <a:xfrm xmlns:a="http://schemas.openxmlformats.org/drawingml/2006/main">
            <a:off x="7898131" y="3154460"/>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30" name="Espace réservé du texte 26">
            <a:extLst xmlns:a="http://schemas.openxmlformats.org/drawingml/2006/main">
              <a:ext uri="{FF2B5EF4-FFF2-40B4-BE49-F238E27FC236}">
                <a16:creationId xmlns:a16="http://schemas.microsoft.com/office/drawing/2014/main" id="{5EB5C6CD-1AB5-462B-8ECE-62054284C491}"/>
              </a:ext>
            </a:extLst>
          </p:cNvPr>
          <p:cNvSpPr>
            <a:spLocks xmlns:a="http://schemas.openxmlformats.org/drawingml/2006/main" noGrp="1"/>
          </p:cNvSpPr>
          <p:nvPr>
            <p:ph type="body" idx="28" hasCustomPrompt="1"/>
          </p:nvPr>
        </p:nvSpPr>
        <p:spPr>
          <a:xfrm xmlns:a="http://schemas.openxmlformats.org/drawingml/2006/main">
            <a:off x="8651929" y="2949202"/>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31" name="Espace réservé du texte 26">
            <a:extLst xmlns:a="http://schemas.openxmlformats.org/drawingml/2006/main">
              <a:ext uri="{FF2B5EF4-FFF2-40B4-BE49-F238E27FC236}">
                <a16:creationId xmlns:a16="http://schemas.microsoft.com/office/drawing/2014/main" id="{814B6700-A687-4F5F-879A-807CA2B3B2EC}"/>
              </a:ext>
            </a:extLst>
          </p:cNvPr>
          <p:cNvSpPr>
            <a:spLocks xmlns:a="http://schemas.openxmlformats.org/drawingml/2006/main" noGrp="1"/>
          </p:cNvSpPr>
          <p:nvPr>
            <p:ph type="body" idx="29" hasCustomPrompt="1"/>
          </p:nvPr>
        </p:nvSpPr>
        <p:spPr>
          <a:xfrm xmlns:a="http://schemas.openxmlformats.org/drawingml/2006/main">
            <a:off x="10527538" y="3807489"/>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32" name="Espace réservé du texte 26">
            <a:extLst xmlns:a="http://schemas.openxmlformats.org/drawingml/2006/main">
              <a:ext uri="{FF2B5EF4-FFF2-40B4-BE49-F238E27FC236}">
                <a16:creationId xmlns:a16="http://schemas.microsoft.com/office/drawing/2014/main" id="{027CC24C-CBD9-47AF-B3FC-B05FD537C7F3}"/>
              </a:ext>
            </a:extLst>
          </p:cNvPr>
          <p:cNvSpPr>
            <a:spLocks xmlns:a="http://schemas.openxmlformats.org/drawingml/2006/main" noGrp="1"/>
          </p:cNvSpPr>
          <p:nvPr>
            <p:ph type="body" idx="30" hasCustomPrompt="1"/>
          </p:nvPr>
        </p:nvSpPr>
        <p:spPr>
          <a:xfrm xmlns:a="http://schemas.openxmlformats.org/drawingml/2006/main">
            <a:off x="7898131" y="4081999"/>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33" name="Espace réservé du texte 26">
            <a:extLst xmlns:a="http://schemas.openxmlformats.org/drawingml/2006/main">
              <a:ext uri="{FF2B5EF4-FFF2-40B4-BE49-F238E27FC236}">
                <a16:creationId xmlns:a16="http://schemas.microsoft.com/office/drawing/2014/main" id="{1E06401C-90FC-474B-955D-3DA7848F08F4}"/>
              </a:ext>
            </a:extLst>
          </p:cNvPr>
          <p:cNvSpPr>
            <a:spLocks xmlns:a="http://schemas.openxmlformats.org/drawingml/2006/main" noGrp="1"/>
          </p:cNvSpPr>
          <p:nvPr>
            <p:ph type="body" idx="31" hasCustomPrompt="1"/>
          </p:nvPr>
        </p:nvSpPr>
        <p:spPr>
          <a:xfrm xmlns:a="http://schemas.openxmlformats.org/drawingml/2006/main">
            <a:off x="8651929" y="3876741"/>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34" name="Espace réservé du texte 26">
            <a:extLst xmlns:a="http://schemas.openxmlformats.org/drawingml/2006/main">
              <a:ext uri="{FF2B5EF4-FFF2-40B4-BE49-F238E27FC236}">
                <a16:creationId xmlns:a16="http://schemas.microsoft.com/office/drawing/2014/main" id="{93FB19A3-E5D8-4E8E-A06D-80CA1D7683D9}"/>
              </a:ext>
            </a:extLst>
          </p:cNvPr>
          <p:cNvSpPr>
            <a:spLocks xmlns:a="http://schemas.openxmlformats.org/drawingml/2006/main" noGrp="1"/>
          </p:cNvSpPr>
          <p:nvPr>
            <p:ph type="body" idx="32" hasCustomPrompt="1"/>
          </p:nvPr>
        </p:nvSpPr>
        <p:spPr>
          <a:xfrm xmlns:a="http://schemas.openxmlformats.org/drawingml/2006/main">
            <a:off x="10527538" y="4714023"/>
            <a:ext cx="800219" cy="646331"/>
          </a:xfrm>
          <a:prstGeom xmlns:a="http://schemas.openxmlformats.org/drawingml/2006/main" prst="rect">
            <a:avLst/>
          </a:prstGeom>
        </p:spPr>
        <p:txBody>
          <a:bodyPr xmlns:a="http://schemas.openxmlformats.org/drawingml/2006/main" wrap="none"/>
          <a:lstStyle xmlns:a="http://schemas.openxmlformats.org/drawingml/2006/main">
            <a:lvl1pPr marL="0" indent="0" algn="l">
              <a:buNone/>
              <a:defRPr sz="3600">
                <a:solidFill>
                  <a:schemeClr val="accent1"/>
                </a:solidFill>
                <a:latin typeface="+mj-lt"/>
                <a:ea typeface="+mj-lt"/>
                <a:cs typeface="+mj-lt"/>
              </a:defRPr>
            </a:lvl1pPr>
          </a:lstStyle>
          <a:p xmlns:a="http://schemas.openxmlformats.org/drawingml/2006/main">
            <a:pPr lvl="0">
              <a:buNone/>
            </a:pPr>
            <a:r>
              <a:t>00</a:t>
            </a:r>
          </a:p>
        </p:txBody>
      </p:sp>
      <p:sp>
        <p:nvSpPr>
          <p:cNvPr id="35" name="Espace réservé du texte 26">
            <a:extLst xmlns:a="http://schemas.openxmlformats.org/drawingml/2006/main">
              <a:ext uri="{FF2B5EF4-FFF2-40B4-BE49-F238E27FC236}">
                <a16:creationId xmlns:a16="http://schemas.microsoft.com/office/drawing/2014/main" id="{47585CE7-6316-4828-B3DF-CB274927576F}"/>
              </a:ext>
            </a:extLst>
          </p:cNvPr>
          <p:cNvSpPr>
            <a:spLocks xmlns:a="http://schemas.openxmlformats.org/drawingml/2006/main" noGrp="1"/>
          </p:cNvSpPr>
          <p:nvPr>
            <p:ph type="body" idx="33" hasCustomPrompt="1"/>
          </p:nvPr>
        </p:nvSpPr>
        <p:spPr>
          <a:xfrm xmlns:a="http://schemas.openxmlformats.org/drawingml/2006/main">
            <a:off x="7898131" y="4988533"/>
            <a:ext cx="2592377" cy="307777"/>
          </a:xfrm>
          <a:prstGeom xmlns:a="http://schemas.openxmlformats.org/drawingml/2006/main" prst="rect">
            <a:avLst/>
          </a:prstGeom>
        </p:spPr>
        <p:txBody>
          <a:bodyPr xmlns:a="http://schemas.openxmlformats.org/drawingml/2006/main" wrap="none"/>
          <a:lstStyle xmlns:a="http://schemas.openxmlformats.org/drawingml/2006/main">
            <a:lvl1pPr marL="0" indent="0" algn="r">
              <a:buNone/>
              <a:defRPr sz="1400" b="1">
                <a:solidFill>
                  <a:schemeClr val="accent2"/>
                </a:solidFill>
                <a:latin typeface="+mn-lt"/>
                <a:ea typeface="+mn-lt"/>
                <a:cs typeface="+mn-lt"/>
              </a:defRPr>
            </a:lvl1pPr>
          </a:lstStyle>
          <a:p xmlns:a="http://schemas.openxmlformats.org/drawingml/2006/main">
            <a:pPr lvl="0">
              <a:buNone/>
            </a:pPr>
            <a:r>
              <a:t>information complémentaire</a:t>
            </a:r>
          </a:p>
        </p:txBody>
      </p:sp>
      <p:sp>
        <p:nvSpPr>
          <p:cNvPr id="36" name="Espace réservé du texte 26">
            <a:extLst xmlns:a="http://schemas.openxmlformats.org/drawingml/2006/main">
              <a:ext uri="{FF2B5EF4-FFF2-40B4-BE49-F238E27FC236}">
                <a16:creationId xmlns:a16="http://schemas.microsoft.com/office/drawing/2014/main" id="{BB399784-B415-4005-889F-EEEC498D6E30}"/>
              </a:ext>
            </a:extLst>
          </p:cNvPr>
          <p:cNvSpPr>
            <a:spLocks xmlns:a="http://schemas.openxmlformats.org/drawingml/2006/main" noGrp="1"/>
          </p:cNvSpPr>
          <p:nvPr>
            <p:ph type="body" idx="34" hasCustomPrompt="1"/>
          </p:nvPr>
        </p:nvSpPr>
        <p:spPr>
          <a:xfrm xmlns:a="http://schemas.openxmlformats.org/drawingml/2006/main">
            <a:off x="8651929" y="4783275"/>
            <a:ext cx="1838580" cy="307777"/>
          </a:xfrm>
          <a:prstGeom xmlns:a="http://schemas.openxmlformats.org/drawingml/2006/main" prst="rect">
            <a:avLst/>
          </a:prstGeom>
        </p:spPr>
        <p:txBody>
          <a:bodyPr xmlns:a="http://schemas.openxmlformats.org/drawingml/2006/main" wrap="none" anchor="b"/>
          <a:lstStyle xmlns:a="http://schemas.openxmlformats.org/drawingml/2006/main">
            <a:lvl1pPr marL="0" indent="0" algn="r">
              <a:buNone/>
              <a:defRPr sz="1400">
                <a:solidFill>
                  <a:schemeClr val="tx2"/>
                </a:solidFill>
                <a:latin typeface="+mj-lt"/>
                <a:ea typeface="+mj-lt"/>
                <a:cs typeface="+mj-lt"/>
              </a:defRPr>
            </a:lvl1pPr>
          </a:lstStyle>
          <a:p xmlns:a="http://schemas.openxmlformats.org/drawingml/2006/main">
            <a:pPr lvl="0">
              <a:buNone/>
            </a:pPr>
            <a:r>
              <a:t>Titre du chapitre</a:t>
            </a:r>
          </a:p>
        </p:txBody>
      </p:sp>
      <p:sp>
        <p:nvSpPr>
          <p:cNvPr id="42" name="Espace réservé du numéro de diapositive 6">
            <a:extLst xmlns:a="http://schemas.openxmlformats.org/drawingml/2006/main">
              <a:ext uri="{FF2B5EF4-FFF2-40B4-BE49-F238E27FC236}">
                <a16:creationId xmlns:a16="http://schemas.microsoft.com/office/drawing/2014/main" id="{B78B2641-6475-4BDF-A0CD-80087E12D46A}"/>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43" name="Espace réservé du pied de page 4">
            <a:extLst xmlns:a="http://schemas.openxmlformats.org/drawingml/2006/main">
              <a:ext uri="{FF2B5EF4-FFF2-40B4-BE49-F238E27FC236}">
                <a16:creationId xmlns:a16="http://schemas.microsoft.com/office/drawing/2014/main" id="{B728A726-E9B6-4A23-9D33-8DEF4EB8EEB9}"/>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38" name="Title 1">
            <a:extLst xmlns:a="http://schemas.openxmlformats.org/drawingml/2006/main">
              <a:ext uri="{FF2B5EF4-FFF2-40B4-BE49-F238E27FC236}">
                <a16:creationId xmlns:a16="http://schemas.microsoft.com/office/drawing/2014/main" id="{279688E9-79BF-4A24-6D97-49FD7BAB4CD3}"/>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5.xml><?xml version="1.0" encoding="utf-8"?>
<p:sldLayout xmlns:p="http://schemas.openxmlformats.org/presentationml/2006/main" showMasterSp="0" preserve="1" userDrawn="1">
  <p:cSld name="Section 1">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23E9CB0F-FE28-476B-99CE-E98B82279D6E}"/>
              </a:ext>
            </a:extLst>
          </p:cNvPr>
          <p:cNvSpPr>
            <a:spLocks xmlns:a="http://schemas.openxmlformats.org/drawingml/2006/main" noGrp="1"/>
          </p:cNvSpPr>
          <p:nvPr/>
        </p:nvSpPr>
        <p:spPr>
          <a:xfrm xmlns:a="http://schemas.openxmlformats.org/drawingml/2006/main">
            <a:off x="369887" y="375138"/>
            <a:ext cx="11822113" cy="2398613"/>
          </a:xfrm>
          <a:prstGeom xmlns:a="http://schemas.openxmlformats.org/drawingml/2006/main" prst="rect">
            <a:avLst/>
          </a:prstGeom>
          <a:solidFill xmlns:a="http://schemas.openxmlformats.org/drawingml/2006/main">
            <a:schemeClr val="tx2"/>
          </a:solidFill>
          <a:ln xmlns:a="http://schemas.openxmlformats.org/drawingml/2006/main" w="190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mj-lt"/>
              <a:ea typeface="+mj-lt"/>
              <a:cs typeface="+mj-lt"/>
            </a:endParaRPr>
          </a:p>
        </p:txBody>
      </p:sp>
      <p:sp>
        <p:nvSpPr>
          <p:cNvPr id="14" name="Rectangle 13">
            <a:extLst xmlns:a="http://schemas.openxmlformats.org/drawingml/2006/main">
              <a:ext uri="{FF2B5EF4-FFF2-40B4-BE49-F238E27FC236}">
                <a16:creationId xmlns:a16="http://schemas.microsoft.com/office/drawing/2014/main" id="{D0535367-D0EC-44EC-837B-EED656EC4AAE}"/>
              </a:ext>
            </a:extLst>
          </p:cNvPr>
          <p:cNvSpPr>
            <a:spLocks xmlns:a="http://schemas.openxmlformats.org/drawingml/2006/main" noGrp="1"/>
          </p:cNvSpPr>
          <p:nvPr/>
        </p:nvSpPr>
        <p:spPr>
          <a:xfrm xmlns:a="http://schemas.openxmlformats.org/drawingml/2006/main">
            <a:off x="0" y="2550072"/>
            <a:ext cx="3048001" cy="447357"/>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itre 17">
            <a:extLst xmlns:a="http://schemas.openxmlformats.org/drawingml/2006/main">
              <a:ext uri="{FF2B5EF4-FFF2-40B4-BE49-F238E27FC236}">
                <a16:creationId xmlns:a16="http://schemas.microsoft.com/office/drawing/2014/main" id="{79E9E6B7-3D3C-D34F-B8D9-529F5742E85E}"/>
              </a:ext>
            </a:extLst>
          </p:cNvPr>
          <p:cNvSpPr>
            <a:spLocks xmlns:a="http://schemas.openxmlformats.org/drawingml/2006/main" noGrp="1"/>
          </p:cNvSpPr>
          <p:nvPr>
            <p:ph type="title" idx="0"/>
          </p:nvPr>
        </p:nvSpPr>
        <p:spPr>
          <a:xfrm xmlns:a="http://schemas.openxmlformats.org/drawingml/2006/main">
            <a:off x="4355869" y="3146051"/>
            <a:ext cx="7375541" cy="646331"/>
          </a:xfrm>
        </p:spPr>
        <p:txBody>
          <a:bodyPr xmlns:a="http://schemas.openxmlformats.org/drawingml/2006/main" wrap="square" anchor="t">
            <a:spAutoFit/>
          </a:bodyPr>
          <a:lstStyle xmlns:a="http://schemas.openxmlformats.org/drawingml/2006/main">
            <a:lvl1pPr algn="r">
              <a:buNone/>
              <a:defRPr sz="3600" b="0">
                <a:solidFill>
                  <a:schemeClr val="accent1"/>
                </a:solidFill>
                <a:latin typeface="+mj-lt"/>
                <a:ea typeface="+mj-lt"/>
                <a:cs typeface="+mj-lt"/>
              </a:defRPr>
            </a:lvl1pPr>
          </a:lstStyle>
          <a:p xmlns:a="http://schemas.openxmlformats.org/drawingml/2006/main">
            <a:endParaRPr/>
          </a:p>
        </p:txBody>
      </p:sp>
      <p:sp>
        <p:nvSpPr>
          <p:cNvPr id="32" name="Espace réservé du texte 19">
            <a:extLst xmlns:a="http://schemas.openxmlformats.org/drawingml/2006/main">
              <a:ext uri="{FF2B5EF4-FFF2-40B4-BE49-F238E27FC236}">
                <a16:creationId xmlns:a16="http://schemas.microsoft.com/office/drawing/2014/main" id="{F4C3FFD8-AC3F-2B41-8663-BE489030FF05}"/>
              </a:ext>
            </a:extLst>
          </p:cNvPr>
          <p:cNvSpPr>
            <a:spLocks xmlns:a="http://schemas.openxmlformats.org/drawingml/2006/main" noGrp="1"/>
          </p:cNvSpPr>
          <p:nvPr>
            <p:ph type="body" idx="11"/>
          </p:nvPr>
        </p:nvSpPr>
        <p:spPr>
          <a:xfrm xmlns:a="http://schemas.openxmlformats.org/drawingml/2006/main">
            <a:off x="6592673" y="3936876"/>
            <a:ext cx="5138737" cy="400110"/>
          </a:xfrm>
          <a:prstGeom xmlns:a="http://schemas.openxmlformats.org/drawingml/2006/main" prst="rect">
            <a:avLst/>
          </a:prstGeom>
        </p:spPr>
        <p:txBody>
          <a:bodyPr xmlns:a="http://schemas.openxmlformats.org/drawingml/2006/main"/>
          <a:lstStyle xmlns:a="http://schemas.openxmlformats.org/drawingml/2006/main">
            <a:lvl1pPr marL="0" indent="0" algn="r">
              <a:buNone/>
              <a:defRPr sz="2000">
                <a:solidFill>
                  <a:schemeClr val="accent1"/>
                </a:solidFill>
              </a:defRPr>
            </a:lvl1pPr>
          </a:lstStyle>
          <a:p xmlns:a="http://schemas.openxmlformats.org/drawingml/2006/main">
            <a:pPr lvl="0">
              <a:buNone/>
            </a:pPr>
            <a:endParaRPr/>
          </a:p>
        </p:txBody>
      </p:sp>
      <p:pic>
        <p:nvPicPr>
          <p:cNvPr id="50" name="Image 32"/>
          <p:cNvPicPr>
            <a:picLocks xmlns:a="http://schemas.openxmlformats.org/drawingml/2006/main" noChangeAspect="1"/>
          </p:cNvPicPr>
          <p:nvPr/>
        </p:nvPicPr>
        <p:blipFill>
          <a:blip xmlns:r="http://schemas.openxmlformats.org/officeDocument/2006/relationships" xmlns:a="http://schemas.openxmlformats.org/drawingml/2006/main" r:embed="Read1a7c389d34482"/>
          <a:stretch xmlns:a="http://schemas.openxmlformats.org/drawingml/2006/main">
            <a:fillRect l="0" t="0" r="0" b="0"/>
          </a:stretch>
        </p:blipFill>
        <p:spPr>
          <a:xfrm xmlns:a="http://schemas.openxmlformats.org/drawingml/2006/main">
            <a:off x="5376510" y="4858863"/>
            <a:ext cx="1438980" cy="517883"/>
          </a:xfrm>
          <a:prstGeom xmlns:a="http://schemas.openxmlformats.org/drawingml/2006/main" prst="rect">
            <a:avLst/>
          </a:prstGeom>
          <a:ln xmlns:a="http://schemas.openxmlformats.org/drawingml/2006/main">
            <a:noFill/>
          </a:ln>
        </p:spPr>
      </p:pic>
      <p:sp>
        <p:nvSpPr>
          <p:cNvPr id="34" name="Connecteur droit 33">
            <a:extLst xmlns:a="http://schemas.openxmlformats.org/drawingml/2006/main">
              <a:ext uri="{FF2B5EF4-FFF2-40B4-BE49-F238E27FC236}">
                <a16:creationId xmlns:a16="http://schemas.microsoft.com/office/drawing/2014/main" id="{9E21EC49-48AC-44BB-8BC3-1DB34D95BDBF}"/>
              </a:ext>
            </a:extLst>
          </p:cNvPr>
          <p:cNvSpPr>
            <a:spLocks xmlns:a="http://schemas.openxmlformats.org/drawingml/2006/main" noGrp="1"/>
          </p:cNvSpPr>
          <p:nvPr/>
        </p:nvSpPr>
        <p:spPr>
          <a:xfrm xmlns:a="http://schemas.openxmlformats.org/drawingml/2006/main">
            <a:off x="5473959"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Connecteur droit 34">
            <a:extLst xmlns:a="http://schemas.openxmlformats.org/drawingml/2006/main">
              <a:ext uri="{FF2B5EF4-FFF2-40B4-BE49-F238E27FC236}">
                <a16:creationId xmlns:a16="http://schemas.microsoft.com/office/drawing/2014/main" id="{D475CEF7-2CBC-4671-8521-09DA3B0A8C0E}"/>
              </a:ext>
            </a:extLst>
          </p:cNvPr>
          <p:cNvSpPr>
            <a:spLocks xmlns:a="http://schemas.openxmlformats.org/drawingml/2006/main" noGrp="1"/>
          </p:cNvSpPr>
          <p:nvPr/>
        </p:nvSpPr>
        <p:spPr>
          <a:xfrm xmlns:a="http://schemas.openxmlformats.org/drawingml/2006/main">
            <a:off x="6705034"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Ellipse 36">
            <a:extLst xmlns:a="http://schemas.openxmlformats.org/drawingml/2006/main">
              <a:ext uri="{FF2B5EF4-FFF2-40B4-BE49-F238E27FC236}">
                <a16:creationId xmlns:a16="http://schemas.microsoft.com/office/drawing/2014/main" id="{E954AB03-5503-3B44-895E-933216A51029}"/>
              </a:ext>
            </a:extLst>
          </p:cNvPr>
          <p:cNvSpPr>
            <a:spLocks xmlns:a="http://schemas.openxmlformats.org/drawingml/2006/main" noGrp="1"/>
          </p:cNvSpPr>
          <p:nvPr/>
        </p:nvSpPr>
        <p:spPr>
          <a:xfrm xmlns:a="http://schemas.openxmlformats.org/drawingml/2006/main" rot="0" flipH="0" flipV="0">
            <a:off x="4660055" y="6293057"/>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8" name="Ellipse 37">
            <a:extLst xmlns:a="http://schemas.openxmlformats.org/drawingml/2006/main">
              <a:ext uri="{FF2B5EF4-FFF2-40B4-BE49-F238E27FC236}">
                <a16:creationId xmlns:a16="http://schemas.microsoft.com/office/drawing/2014/main" id="{298575F0-BC01-E2E1-97E1-76C5F684F937}"/>
              </a:ext>
            </a:extLst>
          </p:cNvPr>
          <p:cNvSpPr>
            <a:spLocks xmlns:a="http://schemas.openxmlformats.org/drawingml/2006/main" noGrp="1"/>
          </p:cNvSpPr>
          <p:nvPr/>
        </p:nvSpPr>
        <p:spPr>
          <a:xfrm xmlns:a="http://schemas.openxmlformats.org/drawingml/2006/main" rot="0" flipH="0" flipV="0">
            <a:off x="4762770" y="6395772"/>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0" name="Ellipse 39">
            <a:extLst xmlns:a="http://schemas.openxmlformats.org/drawingml/2006/main">
              <a:ext uri="{FF2B5EF4-FFF2-40B4-BE49-F238E27FC236}">
                <a16:creationId xmlns:a16="http://schemas.microsoft.com/office/drawing/2014/main" id="{2B57D558-4AA8-8485-16E8-A646AEA25633}"/>
              </a:ext>
            </a:extLst>
          </p:cNvPr>
          <p:cNvSpPr>
            <a:spLocks xmlns:a="http://schemas.openxmlformats.org/drawingml/2006/main" noGrp="1"/>
          </p:cNvSpPr>
          <p:nvPr/>
        </p:nvSpPr>
        <p:spPr>
          <a:xfrm xmlns:a="http://schemas.openxmlformats.org/drawingml/2006/main" rot="0" flipH="0" flipV="0">
            <a:off x="5904037" y="6293055"/>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1" name="Ellipse 40">
            <a:extLst xmlns:a="http://schemas.openxmlformats.org/drawingml/2006/main">
              <a:ext uri="{FF2B5EF4-FFF2-40B4-BE49-F238E27FC236}">
                <a16:creationId xmlns:a16="http://schemas.microsoft.com/office/drawing/2014/main" id="{19959674-2363-A1E8-69B3-A3B368D171C0}"/>
              </a:ext>
            </a:extLst>
          </p:cNvPr>
          <p:cNvSpPr>
            <a:spLocks xmlns:a="http://schemas.openxmlformats.org/drawingml/2006/main" noGrp="1"/>
          </p:cNvSpPr>
          <p:nvPr/>
        </p:nvSpPr>
        <p:spPr>
          <a:xfrm xmlns:a="http://schemas.openxmlformats.org/drawingml/2006/main" rot="0" flipH="0" flipV="0">
            <a:off x="6006752" y="6395770"/>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3" name="Ellipse 42">
            <a:extLst xmlns:a="http://schemas.openxmlformats.org/drawingml/2006/main">
              <a:ext uri="{FF2B5EF4-FFF2-40B4-BE49-F238E27FC236}">
                <a16:creationId xmlns:a16="http://schemas.microsoft.com/office/drawing/2014/main" id="{0D0BDAE4-0C76-9960-F00F-4DDEB9D01670}"/>
              </a:ext>
            </a:extLst>
          </p:cNvPr>
          <p:cNvSpPr>
            <a:spLocks xmlns:a="http://schemas.openxmlformats.org/drawingml/2006/main" noGrp="1"/>
          </p:cNvSpPr>
          <p:nvPr/>
        </p:nvSpPr>
        <p:spPr>
          <a:xfrm xmlns:a="http://schemas.openxmlformats.org/drawingml/2006/main" rot="0" flipH="0" flipV="0">
            <a:off x="7067818" y="6293053"/>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4" name="Ellipse 43">
            <a:extLst xmlns:a="http://schemas.openxmlformats.org/drawingml/2006/main">
              <a:ext uri="{FF2B5EF4-FFF2-40B4-BE49-F238E27FC236}">
                <a16:creationId xmlns:a16="http://schemas.microsoft.com/office/drawing/2014/main" id="{924AA522-C6AE-B706-58CC-C4595C48A779}"/>
              </a:ext>
            </a:extLst>
          </p:cNvPr>
          <p:cNvSpPr>
            <a:spLocks xmlns:a="http://schemas.openxmlformats.org/drawingml/2006/main" noGrp="1"/>
          </p:cNvSpPr>
          <p:nvPr/>
        </p:nvSpPr>
        <p:spPr>
          <a:xfrm xmlns:a="http://schemas.openxmlformats.org/drawingml/2006/main" rot="0" flipH="0" flipV="0">
            <a:off x="7170533" y="6395768"/>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21" name="ZoneTexte 28">
            <a:extLst xmlns:a="http://schemas.openxmlformats.org/drawingml/2006/main">
              <a:ext uri="{FF2B5EF4-FFF2-40B4-BE49-F238E27FC236}">
                <a16:creationId xmlns:a16="http://schemas.microsoft.com/office/drawing/2014/main" id="{CC2FA09A-2074-FE3C-DF4C-80C84CBC2CFF}"/>
              </a:ext>
            </a:extLst>
          </p:cNvPr>
          <p:cNvSpPr>
            <a:spLocks xmlns:a="http://schemas.openxmlformats.org/drawingml/2006/main" noGrp="1"/>
          </p:cNvSpPr>
          <p:nvPr/>
        </p:nvSpPr>
        <p:spPr>
          <a:xfrm xmlns:a="http://schemas.openxmlformats.org/drawingml/2006/main">
            <a:off x="4355869"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RESTRICTED</a:t>
            </a:r>
          </a:p>
        </p:txBody>
      </p:sp>
      <p:sp>
        <p:nvSpPr>
          <p:cNvPr id="22" name="ZoneTexte 31">
            <a:extLst xmlns:a="http://schemas.openxmlformats.org/drawingml/2006/main">
              <a:ext uri="{FF2B5EF4-FFF2-40B4-BE49-F238E27FC236}">
                <a16:creationId xmlns:a16="http://schemas.microsoft.com/office/drawing/2014/main" id="{4D9C6B23-0BDC-75DF-DA37-8BA296DB7098}"/>
              </a:ext>
            </a:extLst>
          </p:cNvPr>
          <p:cNvSpPr>
            <a:spLocks xmlns:a="http://schemas.openxmlformats.org/drawingml/2006/main" noGrp="1"/>
          </p:cNvSpPr>
          <p:nvPr/>
        </p:nvSpPr>
        <p:spPr>
          <a:xfrm xmlns:a="http://schemas.openxmlformats.org/drawingml/2006/main">
            <a:off x="5594465"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INTERNAL</a:t>
            </a:r>
          </a:p>
        </p:txBody>
      </p:sp>
      <p:sp>
        <p:nvSpPr>
          <p:cNvPr id="23" name="ZoneTexte 32">
            <a:extLst xmlns:a="http://schemas.openxmlformats.org/drawingml/2006/main">
              <a:ext uri="{FF2B5EF4-FFF2-40B4-BE49-F238E27FC236}">
                <a16:creationId xmlns:a16="http://schemas.microsoft.com/office/drawing/2014/main" id="{3E2D81FB-703F-2607-48E8-B1473A91E614}"/>
              </a:ext>
            </a:extLst>
          </p:cNvPr>
          <p:cNvSpPr>
            <a:spLocks xmlns:a="http://schemas.openxmlformats.org/drawingml/2006/main" noGrp="1"/>
          </p:cNvSpPr>
          <p:nvPr/>
        </p:nvSpPr>
        <p:spPr>
          <a:xfrm xmlns:a="http://schemas.openxmlformats.org/drawingml/2006/main">
            <a:off x="6758246"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SECRET</a:t>
            </a:r>
          </a:p>
        </p:txBody>
      </p:sp>
    </p:spTree>
  </p:cSld>
</p:sldLayout>
</file>

<file path=ppt/slideLayouts/slideLayout6.xml><?xml version="1.0" encoding="utf-8"?>
<p:sldLayout xmlns:p="http://schemas.openxmlformats.org/presentationml/2006/main" showMasterSp="0" preserve="1" userDrawn="1">
  <p:cSld name="Section 2">
    <p:spTree>
      <p:nvGrpSpPr>
        <p:cNvPr id="1" name=""/>
        <p:cNvGrpSpPr/>
        <p:nvPr/>
      </p:nvGrpSpPr>
      <p:grpSpPr>
        <a:xfrm xmlns:a="http://schemas.openxmlformats.org/drawingml/2006/main"/>
      </p:grpSpPr>
      <p:sp>
        <p:nvSpPr>
          <p:cNvPr id="22" name="Picture Placeholder 21">
            <a:extLst xmlns:a="http://schemas.openxmlformats.org/drawingml/2006/main">
              <a:ext uri="{FF2B5EF4-FFF2-40B4-BE49-F238E27FC236}">
                <a16:creationId xmlns:a16="http://schemas.microsoft.com/office/drawing/2014/main" id="{A74CF265-7DCC-E39B-6872-649E10D3F878}"/>
              </a:ext>
            </a:extLst>
          </p:cNvPr>
          <p:cNvSpPr>
            <a:spLocks xmlns:a="http://schemas.openxmlformats.org/drawingml/2006/main" noGrp="1"/>
          </p:cNvSpPr>
          <p:nvPr>
            <p:ph type="pic" idx="10"/>
          </p:nvPr>
        </p:nvSpPr>
        <p:spPr>
          <a:xfrm xmlns:a="http://schemas.openxmlformats.org/drawingml/2006/main">
            <a:off x="369888" y="367166"/>
            <a:ext cx="11822112" cy="2398612"/>
          </a:xfrm>
          <a:custGeom xmlns:a="http://schemas.openxmlformats.org/drawingml/2006/main">
            <a:gdLst>
              <a:gd name="connsiteX0" fmla="*/ 0 w 11822112"/>
              <a:gd name="connsiteY0" fmla="*/ 0 h 2398612"/>
              <a:gd name="connsiteX1" fmla="*/ 11822112 w 11822112"/>
              <a:gd name="connsiteY1" fmla="*/ 0 h 2398612"/>
              <a:gd name="connsiteX2" fmla="*/ 11822112 w 11822112"/>
              <a:gd name="connsiteY2" fmla="*/ 2398612 h 2398612"/>
              <a:gd name="connsiteX3" fmla="*/ 2678113 w 11822112"/>
              <a:gd name="connsiteY3" fmla="*/ 2398612 h 2398612"/>
              <a:gd name="connsiteX4" fmla="*/ 2678113 w 11822112"/>
              <a:gd name="connsiteY4" fmla="*/ 2182906 h 2398612"/>
              <a:gd name="connsiteX5" fmla="*/ 0 w 11822112"/>
              <a:gd name="connsiteY5" fmla="*/ 2182906 h 2398612"/>
            </a:gdLst>
            <a:rect l="l" t="t" r="r" b="b"/>
            <a:pathLst>
              <a:path w="11822112" h="2398612">
                <a:moveTo>
                  <a:pt x="0" y="0"/>
                </a:moveTo>
                <a:lnTo>
                  <a:pt x="11822112" y="0"/>
                </a:lnTo>
                <a:lnTo>
                  <a:pt x="11822112" y="2398612"/>
                </a:lnTo>
                <a:lnTo>
                  <a:pt x="2678113" y="2398612"/>
                </a:lnTo>
                <a:lnTo>
                  <a:pt x="2678113" y="2182906"/>
                </a:lnTo>
                <a:lnTo>
                  <a:pt x="0" y="2182906"/>
                </a:lnTo>
                <a:close/>
              </a:path>
            </a:pathLst>
          </a:custGeom>
        </p:spPr>
        <p:txBody>
          <a:bodyPr xmlns:a="http://schemas.openxmlformats.org/drawingml/2006/main" wrap="square" anchor="ctr">
            <a:noAutofit/>
          </a:bodyPr>
          <a:lstStyle xmlns:a="http://schemas.openxmlformats.org/drawingml/2006/main">
            <a:lvl1pPr marL="0" indent="0" algn="ctr">
              <a:buNone/>
              <a:defRPr/>
            </a:lvl1pPr>
          </a:lstStyle>
          <a:p xmlns:a="http://schemas.openxmlformats.org/drawingml/2006/main">
            <a:endParaRPr/>
          </a:p>
        </p:txBody>
      </p:sp>
      <p:pic>
        <p:nvPicPr>
          <p:cNvPr id="45" name="Image 22"/>
          <p:cNvPicPr>
            <a:picLocks xmlns:a="http://schemas.openxmlformats.org/drawingml/2006/main" noChangeAspect="1"/>
          </p:cNvPicPr>
          <p:nvPr/>
        </p:nvPicPr>
        <p:blipFill>
          <a:blip xmlns:r="http://schemas.openxmlformats.org/officeDocument/2006/relationships" xmlns:a="http://schemas.openxmlformats.org/drawingml/2006/main" r:embed="R61ebc8ba3ad34468"/>
          <a:stretch xmlns:a="http://schemas.openxmlformats.org/drawingml/2006/main">
            <a:fillRect l="0" t="0" r="0" b="0"/>
          </a:stretch>
        </p:blipFill>
        <p:spPr>
          <a:xfrm xmlns:a="http://schemas.openxmlformats.org/drawingml/2006/main">
            <a:off x="5376510" y="4858863"/>
            <a:ext cx="1438980" cy="517883"/>
          </a:xfrm>
          <a:prstGeom xmlns:a="http://schemas.openxmlformats.org/drawingml/2006/main" prst="rect">
            <a:avLst/>
          </a:prstGeom>
          <a:ln xmlns:a="http://schemas.openxmlformats.org/drawingml/2006/main">
            <a:noFill/>
          </a:ln>
        </p:spPr>
      </p:pic>
      <p:sp>
        <p:nvSpPr>
          <p:cNvPr id="24" name="Titre 17">
            <a:extLst xmlns:a="http://schemas.openxmlformats.org/drawingml/2006/main">
              <a:ext uri="{FF2B5EF4-FFF2-40B4-BE49-F238E27FC236}">
                <a16:creationId xmlns:a16="http://schemas.microsoft.com/office/drawing/2014/main" id="{98D576CC-5E45-1E46-9178-EBDD1FABDF00}"/>
              </a:ext>
            </a:extLst>
          </p:cNvPr>
          <p:cNvSpPr>
            <a:spLocks xmlns:a="http://schemas.openxmlformats.org/drawingml/2006/main" noGrp="1"/>
          </p:cNvSpPr>
          <p:nvPr>
            <p:ph type="title" idx="0"/>
          </p:nvPr>
        </p:nvSpPr>
        <p:spPr>
          <a:xfrm xmlns:a="http://schemas.openxmlformats.org/drawingml/2006/main">
            <a:off x="4355869" y="3146051"/>
            <a:ext cx="7375541" cy="646331"/>
          </a:xfrm>
        </p:spPr>
        <p:txBody>
          <a:bodyPr xmlns:a="http://schemas.openxmlformats.org/drawingml/2006/main" wrap="square" anchor="t">
            <a:spAutoFit/>
          </a:bodyPr>
          <a:lstStyle xmlns:a="http://schemas.openxmlformats.org/drawingml/2006/main">
            <a:lvl1pPr algn="r">
              <a:buNone/>
              <a:defRPr sz="3600" b="0">
                <a:solidFill>
                  <a:schemeClr val="accent1"/>
                </a:solidFill>
                <a:latin typeface="+mj-lt"/>
                <a:ea typeface="+mj-lt"/>
                <a:cs typeface="+mj-lt"/>
              </a:defRPr>
            </a:lvl1pPr>
          </a:lstStyle>
          <a:p xmlns:a="http://schemas.openxmlformats.org/drawingml/2006/main">
            <a:endParaRPr/>
          </a:p>
        </p:txBody>
      </p:sp>
      <p:sp>
        <p:nvSpPr>
          <p:cNvPr id="25" name="Espace réservé du texte 19">
            <a:extLst xmlns:a="http://schemas.openxmlformats.org/drawingml/2006/main">
              <a:ext uri="{FF2B5EF4-FFF2-40B4-BE49-F238E27FC236}">
                <a16:creationId xmlns:a16="http://schemas.microsoft.com/office/drawing/2014/main" id="{A2C65254-120E-E941-8C75-C23177BD76F3}"/>
              </a:ext>
            </a:extLst>
          </p:cNvPr>
          <p:cNvSpPr>
            <a:spLocks xmlns:a="http://schemas.openxmlformats.org/drawingml/2006/main" noGrp="1"/>
          </p:cNvSpPr>
          <p:nvPr>
            <p:ph type="body" idx="11"/>
          </p:nvPr>
        </p:nvSpPr>
        <p:spPr>
          <a:xfrm xmlns:a="http://schemas.openxmlformats.org/drawingml/2006/main">
            <a:off x="6592673" y="3936876"/>
            <a:ext cx="5138737" cy="400110"/>
          </a:xfrm>
          <a:prstGeom xmlns:a="http://schemas.openxmlformats.org/drawingml/2006/main" prst="rect">
            <a:avLst/>
          </a:prstGeom>
        </p:spPr>
        <p:txBody>
          <a:bodyPr xmlns:a="http://schemas.openxmlformats.org/drawingml/2006/main"/>
          <a:lstStyle xmlns:a="http://schemas.openxmlformats.org/drawingml/2006/main">
            <a:lvl1pPr marL="0" indent="0" algn="r">
              <a:buNone/>
              <a:defRPr sz="2000">
                <a:solidFill>
                  <a:schemeClr val="accent1"/>
                </a:solidFill>
              </a:defRPr>
            </a:lvl1pPr>
          </a:lstStyle>
          <a:p xmlns:a="http://schemas.openxmlformats.org/drawingml/2006/main">
            <a:pPr lvl="0">
              <a:buNone/>
            </a:pPr>
            <a:endParaRPr/>
          </a:p>
        </p:txBody>
      </p:sp>
      <p:sp>
        <p:nvSpPr>
          <p:cNvPr id="29" name="Connecteur droit 28">
            <a:extLst xmlns:a="http://schemas.openxmlformats.org/drawingml/2006/main">
              <a:ext uri="{FF2B5EF4-FFF2-40B4-BE49-F238E27FC236}">
                <a16:creationId xmlns:a16="http://schemas.microsoft.com/office/drawing/2014/main" id="{4D90B6D6-4231-4440-8D02-DE6E8629C9E9}"/>
              </a:ext>
            </a:extLst>
          </p:cNvPr>
          <p:cNvSpPr>
            <a:spLocks xmlns:a="http://schemas.openxmlformats.org/drawingml/2006/main" noGrp="1"/>
          </p:cNvSpPr>
          <p:nvPr/>
        </p:nvSpPr>
        <p:spPr>
          <a:xfrm xmlns:a="http://schemas.openxmlformats.org/drawingml/2006/main">
            <a:off x="5473959"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Connecteur droit 29">
            <a:extLst xmlns:a="http://schemas.openxmlformats.org/drawingml/2006/main">
              <a:ext uri="{FF2B5EF4-FFF2-40B4-BE49-F238E27FC236}">
                <a16:creationId xmlns:a16="http://schemas.microsoft.com/office/drawing/2014/main" id="{B7BED493-2DC5-43B1-B0DE-268679BCD8D1}"/>
              </a:ext>
            </a:extLst>
          </p:cNvPr>
          <p:cNvSpPr>
            <a:spLocks xmlns:a="http://schemas.openxmlformats.org/drawingml/2006/main" noGrp="1"/>
          </p:cNvSpPr>
          <p:nvPr/>
        </p:nvSpPr>
        <p:spPr>
          <a:xfrm xmlns:a="http://schemas.openxmlformats.org/drawingml/2006/main">
            <a:off x="6705034" y="6006997"/>
            <a:ext cx="0" cy="198000"/>
          </a:xfrm>
          <a:prstGeom xmlns:a="http://schemas.openxmlformats.org/drawingml/2006/main" prst="line">
            <a:avLst/>
          </a:prstGeom>
          <a:ln xmlns:a="http://schemas.openxmlformats.org/drawingml/2006/main" w="635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Ellipse 31">
            <a:extLst xmlns:a="http://schemas.openxmlformats.org/drawingml/2006/main">
              <a:ext uri="{FF2B5EF4-FFF2-40B4-BE49-F238E27FC236}">
                <a16:creationId xmlns:a16="http://schemas.microsoft.com/office/drawing/2014/main" id="{7B75EFE5-7D16-EA58-5381-2960996E495A}"/>
              </a:ext>
            </a:extLst>
          </p:cNvPr>
          <p:cNvSpPr>
            <a:spLocks xmlns:a="http://schemas.openxmlformats.org/drawingml/2006/main" noGrp="1"/>
          </p:cNvSpPr>
          <p:nvPr/>
        </p:nvSpPr>
        <p:spPr>
          <a:xfrm xmlns:a="http://schemas.openxmlformats.org/drawingml/2006/main" rot="0" flipH="0" flipV="0">
            <a:off x="4660055" y="6293057"/>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3" name="Ellipse 32">
            <a:extLst xmlns:a="http://schemas.openxmlformats.org/drawingml/2006/main">
              <a:ext uri="{FF2B5EF4-FFF2-40B4-BE49-F238E27FC236}">
                <a16:creationId xmlns:a16="http://schemas.microsoft.com/office/drawing/2014/main" id="{D484F199-3024-799E-609A-E23AD706C765}"/>
              </a:ext>
            </a:extLst>
          </p:cNvPr>
          <p:cNvSpPr>
            <a:spLocks xmlns:a="http://schemas.openxmlformats.org/drawingml/2006/main" noGrp="1"/>
          </p:cNvSpPr>
          <p:nvPr/>
        </p:nvSpPr>
        <p:spPr>
          <a:xfrm xmlns:a="http://schemas.openxmlformats.org/drawingml/2006/main" rot="0" flipH="0" flipV="0">
            <a:off x="4762770" y="6395772"/>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5" name="Ellipse 34">
            <a:extLst xmlns:a="http://schemas.openxmlformats.org/drawingml/2006/main">
              <a:ext uri="{FF2B5EF4-FFF2-40B4-BE49-F238E27FC236}">
                <a16:creationId xmlns:a16="http://schemas.microsoft.com/office/drawing/2014/main" id="{E6C3EEB6-E842-D0A3-CEB4-0E61AC4E2657}"/>
              </a:ext>
            </a:extLst>
          </p:cNvPr>
          <p:cNvSpPr>
            <a:spLocks xmlns:a="http://schemas.openxmlformats.org/drawingml/2006/main" noGrp="1"/>
          </p:cNvSpPr>
          <p:nvPr/>
        </p:nvSpPr>
        <p:spPr>
          <a:xfrm xmlns:a="http://schemas.openxmlformats.org/drawingml/2006/main" rot="0" flipH="0" flipV="0">
            <a:off x="5904037" y="6293055"/>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6" name="Ellipse 35">
            <a:extLst xmlns:a="http://schemas.openxmlformats.org/drawingml/2006/main">
              <a:ext uri="{FF2B5EF4-FFF2-40B4-BE49-F238E27FC236}">
                <a16:creationId xmlns:a16="http://schemas.microsoft.com/office/drawing/2014/main" id="{8B54066C-D607-F6EA-AF63-62542051FC09}"/>
              </a:ext>
            </a:extLst>
          </p:cNvPr>
          <p:cNvSpPr>
            <a:spLocks xmlns:a="http://schemas.openxmlformats.org/drawingml/2006/main" noGrp="1"/>
          </p:cNvSpPr>
          <p:nvPr/>
        </p:nvSpPr>
        <p:spPr>
          <a:xfrm xmlns:a="http://schemas.openxmlformats.org/drawingml/2006/main" rot="0" flipH="0" flipV="0">
            <a:off x="6006752" y="6395770"/>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8" name="Ellipse 37">
            <a:extLst xmlns:a="http://schemas.openxmlformats.org/drawingml/2006/main">
              <a:ext uri="{FF2B5EF4-FFF2-40B4-BE49-F238E27FC236}">
                <a16:creationId xmlns:a16="http://schemas.microsoft.com/office/drawing/2014/main" id="{DA63BE74-1625-661C-889E-AA0BF0193139}"/>
              </a:ext>
            </a:extLst>
          </p:cNvPr>
          <p:cNvSpPr>
            <a:spLocks xmlns:a="http://schemas.openxmlformats.org/drawingml/2006/main" noGrp="1"/>
          </p:cNvSpPr>
          <p:nvPr/>
        </p:nvSpPr>
        <p:spPr>
          <a:xfrm xmlns:a="http://schemas.openxmlformats.org/drawingml/2006/main" rot="0" flipH="0" flipV="0">
            <a:off x="7067818" y="6293053"/>
            <a:ext cx="419945" cy="419945"/>
          </a:xfrm>
          <a:prstGeom xmlns:a="http://schemas.openxmlformats.org/drawingml/2006/main" prst="ellipse">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39" name="Ellipse 38">
            <a:extLst xmlns:a="http://schemas.openxmlformats.org/drawingml/2006/main">
              <a:ext uri="{FF2B5EF4-FFF2-40B4-BE49-F238E27FC236}">
                <a16:creationId xmlns:a16="http://schemas.microsoft.com/office/drawing/2014/main" id="{AF1AEF1E-4004-B638-F909-727D33E642C7}"/>
              </a:ext>
            </a:extLst>
          </p:cNvPr>
          <p:cNvSpPr>
            <a:spLocks xmlns:a="http://schemas.openxmlformats.org/drawingml/2006/main" noGrp="1"/>
          </p:cNvSpPr>
          <p:nvPr/>
        </p:nvSpPr>
        <p:spPr>
          <a:xfrm xmlns:a="http://schemas.openxmlformats.org/drawingml/2006/main" rot="0" flipH="0" flipV="0">
            <a:off x="7170533" y="6395768"/>
            <a:ext cx="214513" cy="214513"/>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73975D4B-C20A-B1EA-3E64-B6C592000F75}"/>
              </a:ext>
            </a:extLst>
          </p:cNvPr>
          <p:cNvSpPr>
            <a:spLocks xmlns:a="http://schemas.openxmlformats.org/drawingml/2006/main" noGrp="1"/>
          </p:cNvSpPr>
          <p:nvPr/>
        </p:nvSpPr>
        <p:spPr>
          <a:xfrm xmlns:a="http://schemas.openxmlformats.org/drawingml/2006/main">
            <a:off x="0" y="2550072"/>
            <a:ext cx="3048001" cy="447357"/>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ZoneTexte 28">
            <a:extLst xmlns:a="http://schemas.openxmlformats.org/drawingml/2006/main">
              <a:ext uri="{FF2B5EF4-FFF2-40B4-BE49-F238E27FC236}">
                <a16:creationId xmlns:a16="http://schemas.microsoft.com/office/drawing/2014/main" id="{14894F3E-A4C5-ED77-A00C-715753BD489A}"/>
              </a:ext>
            </a:extLst>
          </p:cNvPr>
          <p:cNvSpPr>
            <a:spLocks xmlns:a="http://schemas.openxmlformats.org/drawingml/2006/main" noGrp="1"/>
          </p:cNvSpPr>
          <p:nvPr/>
        </p:nvSpPr>
        <p:spPr>
          <a:xfrm xmlns:a="http://schemas.openxmlformats.org/drawingml/2006/main">
            <a:off x="4355869"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RESTRICTED</a:t>
            </a:r>
          </a:p>
        </p:txBody>
      </p:sp>
      <p:sp>
        <p:nvSpPr>
          <p:cNvPr id="41" name="ZoneTexte 31">
            <a:extLst xmlns:a="http://schemas.openxmlformats.org/drawingml/2006/main">
              <a:ext uri="{FF2B5EF4-FFF2-40B4-BE49-F238E27FC236}">
                <a16:creationId xmlns:a16="http://schemas.microsoft.com/office/drawing/2014/main" id="{E3B0F82E-8828-856A-A90A-E4B3C3F2ED6C}"/>
              </a:ext>
            </a:extLst>
          </p:cNvPr>
          <p:cNvSpPr>
            <a:spLocks xmlns:a="http://schemas.openxmlformats.org/drawingml/2006/main" noGrp="1"/>
          </p:cNvSpPr>
          <p:nvPr/>
        </p:nvSpPr>
        <p:spPr>
          <a:xfrm xmlns:a="http://schemas.openxmlformats.org/drawingml/2006/main">
            <a:off x="5594465"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INTERNAL</a:t>
            </a:r>
          </a:p>
        </p:txBody>
      </p:sp>
      <p:sp>
        <p:nvSpPr>
          <p:cNvPr id="42" name="ZoneTexte 32">
            <a:extLst xmlns:a="http://schemas.openxmlformats.org/drawingml/2006/main">
              <a:ext uri="{FF2B5EF4-FFF2-40B4-BE49-F238E27FC236}">
                <a16:creationId xmlns:a16="http://schemas.microsoft.com/office/drawing/2014/main" id="{FE413C2A-043D-EF9C-3BE0-D3BDC7874989}"/>
              </a:ext>
            </a:extLst>
          </p:cNvPr>
          <p:cNvSpPr>
            <a:spLocks xmlns:a="http://schemas.openxmlformats.org/drawingml/2006/main" noGrp="1"/>
          </p:cNvSpPr>
          <p:nvPr/>
        </p:nvSpPr>
        <p:spPr>
          <a:xfrm xmlns:a="http://schemas.openxmlformats.org/drawingml/2006/main">
            <a:off x="6758246" y="6012047"/>
            <a:ext cx="1039091"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b="1" i="0" spc="0">
                <a:solidFill>
                  <a:schemeClr val="tx2"/>
                </a:solidFill>
                <a:latin typeface="Arial"/>
                <a:ea typeface="Arial"/>
                <a:cs typeface="Arial"/>
              </a:rPr>
              <a:t>SECRET</a:t>
            </a:r>
          </a:p>
        </p:txBody>
      </p:sp>
    </p:spTree>
  </p:cSld>
</p:sldLayout>
</file>

<file path=ppt/slideLayouts/slideLayout7.xml><?xml version="1.0" encoding="utf-8"?>
<p:sldLayout xmlns:p="http://schemas.openxmlformats.org/presentationml/2006/main" showMasterSp="0" preserve="1" userDrawn="1">
  <p:cSld name="Section 4">
    <p:spTree>
      <p:nvGrpSpPr>
        <p:cNvPr id="1" name=""/>
        <p:cNvGrpSpPr/>
        <p:nvPr/>
      </p:nvGrpSpPr>
      <p:grpSpPr>
        <a:xfrm xmlns:a="http://schemas.openxmlformats.org/drawingml/2006/main"/>
      </p:grpSpPr>
      <p:sp>
        <p:nvSpPr>
          <p:cNvPr id="8" name="Picture Placeholder 7">
            <a:extLst xmlns:a="http://schemas.openxmlformats.org/drawingml/2006/main">
              <a:ext uri="{FF2B5EF4-FFF2-40B4-BE49-F238E27FC236}">
                <a16:creationId xmlns:a16="http://schemas.microsoft.com/office/drawing/2014/main" id="{FA061EEA-5A93-4C55-98D0-E904AE5B56BC}"/>
              </a:ext>
            </a:extLst>
          </p:cNvPr>
          <p:cNvSpPr>
            <a:spLocks xmlns:a="http://schemas.openxmlformats.org/drawingml/2006/main" noGrp="1"/>
          </p:cNvSpPr>
          <p:nvPr>
            <p:ph type="pic" idx="10"/>
          </p:nvPr>
        </p:nvSpPr>
        <p:spPr>
          <a:xfrm xmlns:a="http://schemas.openxmlformats.org/drawingml/2006/main">
            <a:off x="369888" y="367166"/>
            <a:ext cx="11822112" cy="3061834"/>
          </a:xfrm>
          <a:custGeom xmlns:a="http://schemas.openxmlformats.org/drawingml/2006/main">
            <a:gdLst>
              <a:gd name="connsiteX0" fmla="*/ 0 w 11822112"/>
              <a:gd name="connsiteY0" fmla="*/ 0 h 3061834"/>
              <a:gd name="connsiteX1" fmla="*/ 11822112 w 11822112"/>
              <a:gd name="connsiteY1" fmla="*/ 0 h 3061834"/>
              <a:gd name="connsiteX2" fmla="*/ 11822112 w 11822112"/>
              <a:gd name="connsiteY2" fmla="*/ 3061834 h 3061834"/>
              <a:gd name="connsiteX3" fmla="*/ 2678112 w 11822112"/>
              <a:gd name="connsiteY3" fmla="*/ 3061834 h 3061834"/>
              <a:gd name="connsiteX4" fmla="*/ 2678112 w 11822112"/>
              <a:gd name="connsiteY4" fmla="*/ 2829222 h 3061834"/>
              <a:gd name="connsiteX5" fmla="*/ 0 w 11822112"/>
              <a:gd name="connsiteY5" fmla="*/ 2829222 h 3061834"/>
            </a:gdLst>
            <a:rect l="l" t="t" r="r" b="b"/>
            <a:pathLst>
              <a:path w="11822112" h="3061834">
                <a:moveTo>
                  <a:pt x="0" y="0"/>
                </a:moveTo>
                <a:lnTo>
                  <a:pt x="11822112" y="0"/>
                </a:lnTo>
                <a:lnTo>
                  <a:pt x="11822112" y="3061834"/>
                </a:lnTo>
                <a:lnTo>
                  <a:pt x="2678112" y="3061834"/>
                </a:lnTo>
                <a:lnTo>
                  <a:pt x="2678112" y="2829222"/>
                </a:lnTo>
                <a:lnTo>
                  <a:pt x="0" y="2829222"/>
                </a:lnTo>
                <a:close/>
              </a:path>
            </a:pathLst>
          </a:custGeom>
        </p:spPr>
        <p:txBody>
          <a:bodyPr xmlns:a="http://schemas.openxmlformats.org/drawingml/2006/main" wrap="square" anchor="ctr">
            <a:noAutofit/>
          </a:bodyPr>
          <a:lstStyle xmlns:a="http://schemas.openxmlformats.org/drawingml/2006/main">
            <a:lvl1pPr marL="0" indent="0" algn="ctr">
              <a:buNone/>
              <a:defRPr/>
            </a:lvl1pPr>
          </a:lstStyle>
          <a:p xmlns:a="http://schemas.openxmlformats.org/drawingml/2006/main">
            <a:endParaRPr/>
          </a:p>
        </p:txBody>
      </p:sp>
      <p:sp>
        <p:nvSpPr>
          <p:cNvPr id="27" name="Titre 17">
            <a:extLst xmlns:a="http://schemas.openxmlformats.org/drawingml/2006/main">
              <a:ext uri="{FF2B5EF4-FFF2-40B4-BE49-F238E27FC236}">
                <a16:creationId xmlns:a16="http://schemas.microsoft.com/office/drawing/2014/main" id="{C853C810-4BF9-4B34-A6B4-B185503FF0FC}"/>
              </a:ext>
            </a:extLst>
          </p:cNvPr>
          <p:cNvSpPr>
            <a:spLocks xmlns:a="http://schemas.openxmlformats.org/drawingml/2006/main" noGrp="1"/>
          </p:cNvSpPr>
          <p:nvPr>
            <p:ph type="title" idx="0"/>
          </p:nvPr>
        </p:nvSpPr>
        <p:spPr>
          <a:xfrm xmlns:a="http://schemas.openxmlformats.org/drawingml/2006/main">
            <a:off x="6068786" y="3749869"/>
            <a:ext cx="5257800" cy="538609"/>
          </a:xfrm>
        </p:spPr>
        <p:txBody>
          <a:bodyPr xmlns:a="http://schemas.openxmlformats.org/drawingml/2006/main" anchor="t">
            <a:spAutoFit/>
          </a:bodyPr>
          <a:lstStyle xmlns:a="http://schemas.openxmlformats.org/drawingml/2006/main">
            <a:lvl1pPr algn="r">
              <a:buNone/>
              <a:defRPr sz="2900" b="1">
                <a:solidFill>
                  <a:schemeClr val="accent1"/>
                </a:solidFill>
                <a:latin typeface="+mn-lt"/>
                <a:ea typeface="+mn-lt"/>
                <a:cs typeface="+mn-lt"/>
              </a:defRPr>
            </a:lvl1pPr>
          </a:lstStyle>
          <a:p xmlns:a="http://schemas.openxmlformats.org/drawingml/2006/main">
            <a:endParaRPr/>
          </a:p>
        </p:txBody>
      </p:sp>
      <p:sp>
        <p:nvSpPr>
          <p:cNvPr id="28" name="Espace réservé du texte 19">
            <a:extLst xmlns:a="http://schemas.openxmlformats.org/drawingml/2006/main">
              <a:ext uri="{FF2B5EF4-FFF2-40B4-BE49-F238E27FC236}">
                <a16:creationId xmlns:a16="http://schemas.microsoft.com/office/drawing/2014/main" id="{7C0D9627-3AE6-41EF-A0D8-14474E747E0F}"/>
              </a:ext>
            </a:extLst>
          </p:cNvPr>
          <p:cNvSpPr>
            <a:spLocks xmlns:a="http://schemas.openxmlformats.org/drawingml/2006/main" noGrp="1"/>
          </p:cNvSpPr>
          <p:nvPr>
            <p:ph type="body" idx="11"/>
          </p:nvPr>
        </p:nvSpPr>
        <p:spPr>
          <a:xfrm xmlns:a="http://schemas.openxmlformats.org/drawingml/2006/main">
            <a:off x="6187849" y="4714218"/>
            <a:ext cx="5138737" cy="400110"/>
          </a:xfrm>
          <a:prstGeom xmlns:a="http://schemas.openxmlformats.org/drawingml/2006/main" prst="rect">
            <a:avLst/>
          </a:prstGeom>
        </p:spPr>
        <p:txBody>
          <a:bodyPr xmlns:a="http://schemas.openxmlformats.org/drawingml/2006/main">
            <a:spAutoFit/>
          </a:bodyPr>
          <a:lstStyle xmlns:a="http://schemas.openxmlformats.org/drawingml/2006/main">
            <a:lvl1pPr marL="0" indent="0" algn="r">
              <a:buNone/>
              <a:defRPr sz="2000">
                <a:solidFill>
                  <a:schemeClr val="accent1"/>
                </a:solidFill>
              </a:defRPr>
            </a:lvl1pPr>
          </a:lstStyle>
          <a:p xmlns:a="http://schemas.openxmlformats.org/drawingml/2006/main">
            <a:pPr lvl="0">
              <a:buNone/>
            </a:pPr>
            <a:endParaRPr/>
          </a:p>
        </p:txBody>
      </p:sp>
      <p:sp>
        <p:nvSpPr>
          <p:cNvPr id="5" name="Rectangle 4">
            <a:extLst xmlns:a="http://schemas.openxmlformats.org/drawingml/2006/main">
              <a:ext uri="{FF2B5EF4-FFF2-40B4-BE49-F238E27FC236}">
                <a16:creationId xmlns:a16="http://schemas.microsoft.com/office/drawing/2014/main" id="{66AEAFEC-1FF9-44DC-B8D9-017A45799F15}"/>
              </a:ext>
            </a:extLst>
          </p:cNvPr>
          <p:cNvSpPr>
            <a:spLocks xmlns:a="http://schemas.openxmlformats.org/drawingml/2006/main" noGrp="1"/>
          </p:cNvSpPr>
          <p:nvPr/>
        </p:nvSpPr>
        <p:spPr>
          <a:xfrm xmlns:a="http://schemas.openxmlformats.org/drawingml/2006/main">
            <a:off x="-1" y="3196388"/>
            <a:ext cx="3048001" cy="447357"/>
          </a:xfrm>
          <a:prstGeom xmlns:a="http://schemas.openxmlformats.org/drawingml/2006/main" prst="rect">
            <a:avLst/>
          </a:prstGeom>
          <a:gradFill xmlns:a="http://schemas.openxmlformats.org/drawingml/2006/main" rotWithShape="1">
            <a:gsLst>
              <a:gs pos="0">
                <a:srgbClr val="00BCFD"/>
              </a:gs>
              <a:gs pos="100000">
                <a:srgbClr val="23D2B5"/>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Espace réservé du texte 2">
            <a:extLst xmlns:a="http://schemas.openxmlformats.org/drawingml/2006/main">
              <a:ext uri="{FF2B5EF4-FFF2-40B4-BE49-F238E27FC236}">
                <a16:creationId xmlns:a16="http://schemas.microsoft.com/office/drawing/2014/main" id="{57AF2F9E-E714-4652-A008-A68480F9E2D0}"/>
              </a:ext>
            </a:extLst>
          </p:cNvPr>
          <p:cNvSpPr>
            <a:spLocks xmlns:a="http://schemas.openxmlformats.org/drawingml/2006/main" noGrp="1"/>
          </p:cNvSpPr>
          <p:nvPr>
            <p:ph type="body" idx="12" hasCustomPrompt="1"/>
          </p:nvPr>
        </p:nvSpPr>
        <p:spPr>
          <a:xfrm xmlns:a="http://schemas.openxmlformats.org/drawingml/2006/main">
            <a:off x="576000" y="2044800"/>
            <a:ext cx="2710800" cy="19080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1500" b="0">
                <a:solidFill>
                  <a:schemeClr val="bg1"/>
                </a:solidFill>
                <a:latin typeface="+mj-lt"/>
                <a:ea typeface="+mj-lt"/>
                <a:cs typeface="+mj-lt"/>
              </a:defRPr>
            </a:lvl1pPr>
          </a:lstStyle>
          <a:p xmlns:a="http://schemas.openxmlformats.org/drawingml/2006/main">
            <a:pPr lvl="0">
              <a:buNone/>
            </a:pPr>
            <a:r>
              <a:t>00</a:t>
            </a:r>
          </a:p>
        </p:txBody>
      </p:sp>
      <p:sp>
        <p:nvSpPr>
          <p:cNvPr id="7" name="Espace réservé du numéro de diapositive 6">
            <a:extLst xmlns:a="http://schemas.openxmlformats.org/drawingml/2006/main">
              <a:ext uri="{FF2B5EF4-FFF2-40B4-BE49-F238E27FC236}">
                <a16:creationId xmlns:a16="http://schemas.microsoft.com/office/drawing/2014/main" id="{A4A0CE82-9BA8-FE4B-922F-4307484EA233}"/>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0" name="Espace réservé du pied de page 4">
            <a:extLst xmlns:a="http://schemas.openxmlformats.org/drawingml/2006/main">
              <a:ext uri="{FF2B5EF4-FFF2-40B4-BE49-F238E27FC236}">
                <a16:creationId xmlns:a16="http://schemas.microsoft.com/office/drawing/2014/main" id="{7087BC61-DD5F-CC48-A9C8-4935BD2536D1}"/>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Tree>
  </p:cSld>
</p:sldLayout>
</file>

<file path=ppt/slideLayouts/slideLayout8.xml><?xml version="1.0" encoding="utf-8"?>
<p:sldLayout xmlns:p="http://schemas.openxmlformats.org/presentationml/2006/main" showMasterSp="0" preserve="1" userDrawn="1">
  <p:cSld name="Content 1 ">
    <p:spTree>
      <p:nvGrpSpPr>
        <p:cNvPr id="1" name=""/>
        <p:cNvGrpSpPr/>
        <p:nvPr/>
      </p:nvGrpSpPr>
      <p:grpSpPr>
        <a:xfrm xmlns:a="http://schemas.openxmlformats.org/drawingml/2006/main"/>
      </p:grpSpPr>
      <p:pic>
        <p:nvPicPr>
          <p:cNvPr id="26" name="Image 8"/>
          <p:cNvPicPr>
            <a:picLocks xmlns:a="http://schemas.openxmlformats.org/drawingml/2006/main" noChangeAspect="1"/>
          </p:cNvPicPr>
          <p:nvPr/>
        </p:nvPicPr>
        <p:blipFill>
          <a:blip xmlns:r="http://schemas.openxmlformats.org/officeDocument/2006/relationships" xmlns:a="http://schemas.openxmlformats.org/drawingml/2006/main" r:embed="Rec9994ff34bd401a"/>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7CDD7C70-537F-4222-9316-528A2EB76423}"/>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BCFCF277-66D0-46F6-B18E-0B37F27CA7D5}"/>
              </a:ext>
            </a:extLst>
          </p:cNvPr>
          <p:cNvSpPr>
            <a:spLocks xmlns:a="http://schemas.openxmlformats.org/drawingml/2006/main" noGrp="1"/>
          </p:cNvSpPr>
          <p:nvPr>
            <p:ph type="body" idx="11"/>
          </p:nvPr>
        </p:nvSpPr>
        <p:spPr>
          <a:xfrm xmlns:a="http://schemas.openxmlformats.org/drawingml/2006/main">
            <a:off x="273112" y="1688399"/>
            <a:ext cx="4930022" cy="323165"/>
          </a:xfrm>
          <a:prstGeom xmlns:a="http://schemas.openxmlformats.org/drawingml/2006/main" prst="rect">
            <a:avLst/>
          </a:prstGeom>
        </p:spPr>
        <p:txBody>
          <a:bodyPr xmlns:a="http://schemas.openxmlformats.org/drawingml/2006/main"/>
          <a:lstStyle xmlns:a="http://schemas.openxmlformats.org/drawingml/2006/main">
            <a:lvl1pPr marL="180000" indent="-180000">
              <a:buSzPct val="50000"/>
              <a:buFontTx/>
              <a:buNone/>
              <a:defRPr sz="1500" spc="20" baseline="0"/>
            </a:lvl1pPr>
          </a:lstStyle>
          <a:p xmlns:a="http://schemas.openxmlformats.org/drawingml/2006/main">
            <a:pPr lvl="0">
              <a:buNone/>
            </a:pPr>
            <a:endParaRPr/>
          </a:p>
        </p:txBody>
      </p:sp>
      <p:sp>
        <p:nvSpPr>
          <p:cNvPr id="24" name="Text Placeholder 13">
            <a:extLst xmlns:a="http://schemas.openxmlformats.org/drawingml/2006/main">
              <a:ext uri="{FF2B5EF4-FFF2-40B4-BE49-F238E27FC236}">
                <a16:creationId xmlns:a16="http://schemas.microsoft.com/office/drawing/2014/main" id="{7021FC4C-3EF8-47A7-B0F9-8C0C9A27AA44}"/>
              </a:ext>
            </a:extLst>
          </p:cNvPr>
          <p:cNvSpPr>
            <a:spLocks xmlns:a="http://schemas.openxmlformats.org/drawingml/2006/main" noGrp="1"/>
          </p:cNvSpPr>
          <p:nvPr>
            <p:ph type="body" idx="12"/>
          </p:nvPr>
        </p:nvSpPr>
        <p:spPr>
          <a:xfrm xmlns:a="http://schemas.openxmlformats.org/drawingml/2006/main">
            <a:off x="587016" y="4730119"/>
            <a:ext cx="4001632" cy="333425"/>
          </a:xfrm>
          <a:prstGeom xmlns:a="http://schemas.openxmlformats.org/drawingml/2006/main" prst="rect">
            <a:avLst/>
          </a:prstGeom>
        </p:spPr>
        <p:txBody>
          <a:bodyPr xmlns:a="http://schemas.openxmlformats.org/drawingml/2006/main">
            <a:spAutoFit/>
          </a:bodyPr>
          <a:lstStyle xmlns:a="http://schemas.openxmlformats.org/drawingml/2006/main">
            <a:lvl1pPr marL="0" indent="0" algn="r">
              <a:lnSpc>
                <a:spcPct val="110000"/>
              </a:lnSpc>
              <a:buSzPct val="50000"/>
              <a:buFontTx/>
              <a:buNone/>
              <a:defRPr sz="1500" spc="20" baseline="0">
                <a:solidFill>
                  <a:schemeClr val="accent2"/>
                </a:solidFill>
                <a:latin typeface="+mj-lt"/>
                <a:ea typeface="+mj-lt"/>
                <a:cs typeface="+mj-lt"/>
              </a:defRPr>
            </a:lvl1pPr>
          </a:lstStyle>
          <a:p xmlns:a="http://schemas.openxmlformats.org/drawingml/2006/main">
            <a:pPr lvl="0">
              <a:buNone/>
            </a:pPr>
            <a:endParaRPr/>
          </a:p>
        </p:txBody>
      </p:sp>
      <p:sp>
        <p:nvSpPr>
          <p:cNvPr id="15" name="Espace réservé du numéro de diapositive 6">
            <a:extLst xmlns:a="http://schemas.openxmlformats.org/drawingml/2006/main">
              <a:ext uri="{FF2B5EF4-FFF2-40B4-BE49-F238E27FC236}">
                <a16:creationId xmlns:a16="http://schemas.microsoft.com/office/drawing/2014/main" id="{266F0082-75C7-43AB-A93C-FAC93872E23E}"/>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6" name="Espace réservé du pied de page 4">
            <a:extLst xmlns:a="http://schemas.openxmlformats.org/drawingml/2006/main">
              <a:ext uri="{FF2B5EF4-FFF2-40B4-BE49-F238E27FC236}">
                <a16:creationId xmlns:a16="http://schemas.microsoft.com/office/drawing/2014/main" id="{2AE5FA14-EDFA-4E6D-8622-5B6342EADF27}"/>
              </a:ext>
            </a:extLst>
          </p:cNvPr>
          <p:cNvSpPr>
            <a:spLocks xmlns:a="http://schemas.openxmlformats.org/drawingml/2006/main" noGrp="1"/>
          </p:cNvSpPr>
          <p:nvPr>
            <p:ph type="ftr" idx="3"/>
          </p:nvPr>
        </p:nvSpPr>
        <p:spPr>
          <a:xfrm xmlns:a="http://schemas.openxmlformats.org/drawingml/2006/main">
            <a:off x="8697468" y="6397471"/>
            <a:ext cx="3086101"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1" name="Title 1">
            <a:extLst xmlns:a="http://schemas.openxmlformats.org/drawingml/2006/main">
              <a:ext uri="{FF2B5EF4-FFF2-40B4-BE49-F238E27FC236}">
                <a16:creationId xmlns:a16="http://schemas.microsoft.com/office/drawing/2014/main" id="{8E2015A8-D1D7-D435-9311-AD713DA8DE87}"/>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9.xml><?xml version="1.0" encoding="utf-8"?>
<p:sldLayout xmlns:p="http://schemas.openxmlformats.org/presentationml/2006/main" showMasterSp="0" preserve="1" userDrawn="1">
  <p:cSld name="Content 2">
    <p:spTree>
      <p:nvGrpSpPr>
        <p:cNvPr id="1" name=""/>
        <p:cNvGrpSpPr/>
        <p:nvPr/>
      </p:nvGrpSpPr>
      <p:grpSpPr>
        <a:xfrm xmlns:a="http://schemas.openxmlformats.org/drawingml/2006/main"/>
      </p:grpSpPr>
      <p:pic>
        <p:nvPicPr>
          <p:cNvPr id="17" name="Image 8"/>
          <p:cNvPicPr>
            <a:picLocks xmlns:a="http://schemas.openxmlformats.org/drawingml/2006/main" noChangeAspect="1"/>
          </p:cNvPicPr>
          <p:nvPr/>
        </p:nvPicPr>
        <p:blipFill>
          <a:blip xmlns:r="http://schemas.openxmlformats.org/officeDocument/2006/relationships" xmlns:a="http://schemas.openxmlformats.org/drawingml/2006/main" r:embed="Reaf6f5722ea845ef"/>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071CD68E-D89D-4D07-BB89-1FAE615F950D}"/>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BCFCF277-66D0-46F6-B18E-0B37F27CA7D5}"/>
              </a:ext>
            </a:extLst>
          </p:cNvPr>
          <p:cNvSpPr>
            <a:spLocks xmlns:a="http://schemas.openxmlformats.org/drawingml/2006/main" noGrp="1"/>
          </p:cNvSpPr>
          <p:nvPr>
            <p:ph type="body" idx="11"/>
          </p:nvPr>
        </p:nvSpPr>
        <p:spPr>
          <a:xfrm xmlns:a="http://schemas.openxmlformats.org/drawingml/2006/main">
            <a:off x="266824" y="1553797"/>
            <a:ext cx="11563226" cy="323165"/>
          </a:xfrm>
          <a:prstGeom xmlns:a="http://schemas.openxmlformats.org/drawingml/2006/main" prst="rect">
            <a:avLst/>
          </a:prstGeom>
        </p:spPr>
        <p:txBody>
          <a:bodyPr xmlns:a="http://schemas.openxmlformats.org/drawingml/2006/main"/>
          <a:lstStyle xmlns:a="http://schemas.openxmlformats.org/drawingml/2006/main">
            <a:lvl1pPr marL="0" indent="0">
              <a:spcBef>
                <a:spcPts val="700"/>
              </a:spcBef>
              <a:buSzPct val="50000"/>
              <a:buFontTx/>
              <a:buNone/>
              <a:defRPr sz="1500" spc="20" baseline="0"/>
            </a:lvl1pPr>
          </a:lstStyle>
          <a:p xmlns:a="http://schemas.openxmlformats.org/drawingml/2006/main">
            <a:pPr lvl="0">
              <a:buNone/>
            </a:pPr>
            <a:endParaRPr/>
          </a:p>
        </p:txBody>
      </p:sp>
      <p:sp>
        <p:nvSpPr>
          <p:cNvPr id="6" name="Text Placeholder 5">
            <a:extLst xmlns:a="http://schemas.openxmlformats.org/drawingml/2006/main">
              <a:ext uri="{FF2B5EF4-FFF2-40B4-BE49-F238E27FC236}">
                <a16:creationId xmlns:a16="http://schemas.microsoft.com/office/drawing/2014/main" id="{0B30989E-BEC2-416F-BC6D-DE1C56CD9507}"/>
              </a:ext>
            </a:extLst>
          </p:cNvPr>
          <p:cNvSpPr>
            <a:spLocks xmlns:a="http://schemas.openxmlformats.org/drawingml/2006/main" noGrp="1"/>
          </p:cNvSpPr>
          <p:nvPr>
            <p:ph type="body" idx="12"/>
          </p:nvPr>
        </p:nvSpPr>
        <p:spPr>
          <a:xfrm xmlns:a="http://schemas.openxmlformats.org/drawingml/2006/main">
            <a:off x="2196106" y="3712957"/>
            <a:ext cx="9633943" cy="323165"/>
          </a:xfrm>
          <a:prstGeom xmlns:a="http://schemas.openxmlformats.org/drawingml/2006/main" prst="rect">
            <a:avLst/>
          </a:prstGeom>
          <a:noFill xmlns:a="http://schemas.openxmlformats.org/drawingml/2006/main"/>
        </p:spPr>
        <p:txBody>
          <a:bodyPr xmlns:a="http://schemas.openxmlformats.org/drawingml/2006/main" lIns="144000" anchor="ctr"/>
          <a:lstStyle xmlns:a="http://schemas.openxmlformats.org/drawingml/2006/main">
            <a:lvl1pPr marL="0" indent="0" algn="l" defTabSz="914400">
              <a:buNone/>
              <a:defRPr sz="1500" kern="1200" cap="all" baseline="0">
                <a:solidFill>
                  <a:schemeClr val="accent1"/>
                </a:solidFill>
                <a:latin typeface="+mn-lt"/>
                <a:ea typeface="+mn-lt"/>
                <a:cs typeface="+mn-lt"/>
              </a:defRPr>
            </a:lvl1pPr>
          </a:lstStyle>
          <a:p xmlns:a="http://schemas.openxmlformats.org/drawingml/2006/main">
            <a:pPr lvl="0">
              <a:buNone/>
            </a:pPr>
            <a:endParaRPr/>
          </a:p>
        </p:txBody>
      </p:sp>
      <p:sp>
        <p:nvSpPr>
          <p:cNvPr id="13" name="Espace réservé du numéro de diapositive 6">
            <a:extLst xmlns:a="http://schemas.openxmlformats.org/drawingml/2006/main">
              <a:ext uri="{FF2B5EF4-FFF2-40B4-BE49-F238E27FC236}">
                <a16:creationId xmlns:a16="http://schemas.microsoft.com/office/drawing/2014/main" id="{3CE617F6-2273-40C6-8A42-4C55849B035A}"/>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5" name="Espace réservé du pied de page 4">
            <a:extLst xmlns:a="http://schemas.openxmlformats.org/drawingml/2006/main">
              <a:ext uri="{FF2B5EF4-FFF2-40B4-BE49-F238E27FC236}">
                <a16:creationId xmlns:a16="http://schemas.microsoft.com/office/drawing/2014/main" id="{18A11A81-9EC8-45AA-A8C7-E859A9102B5B}"/>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1" name="Title 1">
            <a:extLst xmlns:a="http://schemas.openxmlformats.org/drawingml/2006/main">
              <a:ext uri="{FF2B5EF4-FFF2-40B4-BE49-F238E27FC236}">
                <a16:creationId xmlns:a16="http://schemas.microsoft.com/office/drawing/2014/main" id="{02E9BE4B-EE61-53BD-CBBC-154396B032B4}"/>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0.xml><?xml version="1.0" encoding="utf-8"?>
<p:sldLayout xmlns:p="http://schemas.openxmlformats.org/presentationml/2006/main" showMasterSp="0" preserve="1" userDrawn="1">
  <p:cSld name="Content 3">
    <p:spTree>
      <p:nvGrpSpPr>
        <p:cNvPr id="1" name=""/>
        <p:cNvGrpSpPr/>
        <p:nvPr/>
      </p:nvGrpSpPr>
      <p:grpSpPr>
        <a:xfrm xmlns:a="http://schemas.openxmlformats.org/drawingml/2006/main"/>
      </p:grpSpPr>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21d3c7cb635f4d69"/>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8" name="Picture Placeholder 7">
            <a:extLst xmlns:a="http://schemas.openxmlformats.org/drawingml/2006/main">
              <a:ext uri="{FF2B5EF4-FFF2-40B4-BE49-F238E27FC236}">
                <a16:creationId xmlns:a16="http://schemas.microsoft.com/office/drawing/2014/main" id="{6AD3BD1D-8EBD-D350-812C-2627D2FDD589}"/>
              </a:ext>
            </a:extLst>
          </p:cNvPr>
          <p:cNvSpPr>
            <a:spLocks xmlns:a="http://schemas.openxmlformats.org/drawingml/2006/main" noGrp="1"/>
          </p:cNvSpPr>
          <p:nvPr>
            <p:ph type="pic" idx="10"/>
          </p:nvPr>
        </p:nvSpPr>
        <p:spPr>
          <a:xfrm xmlns:a="http://schemas.openxmlformats.org/drawingml/2006/main">
            <a:off x="357188" y="368300"/>
            <a:ext cx="11834812" cy="3060700"/>
          </a:xfrm>
          <a:custGeom xmlns:a="http://schemas.openxmlformats.org/drawingml/2006/main">
            <a:gdLst>
              <a:gd name="connsiteX0" fmla="*/ 0 w 11834812"/>
              <a:gd name="connsiteY0" fmla="*/ 0 h 3060700"/>
              <a:gd name="connsiteX1" fmla="*/ 11834812 w 11834812"/>
              <a:gd name="connsiteY1" fmla="*/ 0 h 3060700"/>
              <a:gd name="connsiteX2" fmla="*/ 11834812 w 11834812"/>
              <a:gd name="connsiteY2" fmla="*/ 3060700 h 3060700"/>
              <a:gd name="connsiteX3" fmla="*/ 6856412 w 11834812"/>
              <a:gd name="connsiteY3" fmla="*/ 3060700 h 3060700"/>
              <a:gd name="connsiteX4" fmla="*/ 6856412 w 11834812"/>
              <a:gd name="connsiteY4" fmla="*/ 2870200 h 3060700"/>
              <a:gd name="connsiteX5" fmla="*/ 6856412 w 11834812"/>
              <a:gd name="connsiteY5" fmla="*/ 2870199 h 3060700"/>
              <a:gd name="connsiteX6" fmla="*/ 0 w 11834812"/>
              <a:gd name="connsiteY6" fmla="*/ 2870199 h 3060700"/>
            </a:gdLst>
            <a:rect l="l" t="t" r="r" b="b"/>
            <a:pathLst>
              <a:path w="11834812" h="3060700">
                <a:moveTo>
                  <a:pt x="0" y="0"/>
                </a:moveTo>
                <a:lnTo>
                  <a:pt x="11834812" y="0"/>
                </a:lnTo>
                <a:lnTo>
                  <a:pt x="11834812" y="3060700"/>
                </a:lnTo>
                <a:lnTo>
                  <a:pt x="6856412" y="3060700"/>
                </a:lnTo>
                <a:lnTo>
                  <a:pt x="6856412" y="2870200"/>
                </a:lnTo>
                <a:lnTo>
                  <a:pt x="6856412" y="2870199"/>
                </a:lnTo>
                <a:lnTo>
                  <a:pt x="0" y="2870199"/>
                </a:lnTo>
                <a:close/>
              </a:path>
            </a:pathLst>
          </a:custGeom>
        </p:spPr>
        <p:txBody>
          <a:bodyPr xmlns:a="http://schemas.openxmlformats.org/drawingml/2006/main" wrap="square" anchor="ctr">
            <a:noAutofit/>
          </a:bodyPr>
          <a:lstStyle xmlns:a="http://schemas.openxmlformats.org/drawingml/2006/main">
            <a:lvl1pPr marL="0" indent="0" algn="ctr">
              <a:buNone/>
              <a:defRPr>
                <a:solidFill>
                  <a:schemeClr val="tx1"/>
                </a:solidFill>
              </a:defRPr>
            </a:lvl1pPr>
          </a:lstStyle>
          <a:p xmlns:a="http://schemas.openxmlformats.org/drawingml/2006/main">
            <a:endParaRPr/>
          </a:p>
        </p:txBody>
      </p:sp>
      <p:sp>
        <p:nvSpPr>
          <p:cNvPr id="17" name="Text Placeholder 16">
            <a:extLst xmlns:a="http://schemas.openxmlformats.org/drawingml/2006/main">
              <a:ext uri="{FF2B5EF4-FFF2-40B4-BE49-F238E27FC236}">
                <a16:creationId xmlns:a16="http://schemas.microsoft.com/office/drawing/2014/main" id="{5461CB26-1F4C-403B-8C56-067BBC000C59}"/>
              </a:ext>
            </a:extLst>
          </p:cNvPr>
          <p:cNvSpPr>
            <a:spLocks xmlns:a="http://schemas.openxmlformats.org/drawingml/2006/main" noGrp="1"/>
          </p:cNvSpPr>
          <p:nvPr>
            <p:ph type="body" idx="11"/>
          </p:nvPr>
        </p:nvSpPr>
        <p:spPr>
          <a:xfrm xmlns:a="http://schemas.openxmlformats.org/drawingml/2006/main">
            <a:off x="356837" y="3942943"/>
            <a:ext cx="10480034" cy="477054"/>
          </a:xfrm>
          <a:prstGeom xmlns:a="http://schemas.openxmlformats.org/drawingml/2006/main" prst="rect">
            <a:avLst/>
          </a:prstGeom>
        </p:spPr>
        <p:txBody>
          <a:bodyPr xmlns:a="http://schemas.openxmlformats.org/drawingml/2006/main"/>
          <a:lstStyle xmlns:a="http://schemas.openxmlformats.org/drawingml/2006/main">
            <a:lvl1pPr marL="0" indent="0" algn="r">
              <a:buNone/>
              <a:defRPr sz="2500">
                <a:solidFill>
                  <a:schemeClr val="accent1"/>
                </a:solidFill>
                <a:latin typeface="+mj-lt"/>
                <a:ea typeface="+mj-lt"/>
                <a:cs typeface="+mj-lt"/>
              </a:defRPr>
            </a:lvl1pPr>
          </a:lstStyle>
          <a:p xmlns:a="http://schemas.openxmlformats.org/drawingml/2006/main">
            <a:pPr marR="0" algn="r">
              <a:buNone/>
            </a:pPr>
            <a:endParaRPr/>
          </a:p>
        </p:txBody>
      </p:sp>
      <p:sp>
        <p:nvSpPr>
          <p:cNvPr id="6" name="Espace réservé du numéro de diapositive 6">
            <a:extLst xmlns:a="http://schemas.openxmlformats.org/drawingml/2006/main">
              <a:ext uri="{FF2B5EF4-FFF2-40B4-BE49-F238E27FC236}">
                <a16:creationId xmlns:a16="http://schemas.microsoft.com/office/drawing/2014/main" id="{A31A016B-3096-0B43-9964-9C935778DA97}"/>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7" name="Espace réservé du pied de page 4">
            <a:extLst xmlns:a="http://schemas.openxmlformats.org/drawingml/2006/main">
              <a:ext uri="{FF2B5EF4-FFF2-40B4-BE49-F238E27FC236}">
                <a16:creationId xmlns:a16="http://schemas.microsoft.com/office/drawing/2014/main" id="{0211F416-1714-C945-9D0F-B5E3C62F0B41}"/>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ACEB8470-3A53-D1FF-B677-C4064338D6DD}"/>
              </a:ext>
            </a:extLst>
          </p:cNvPr>
          <p:cNvSpPr>
            <a:spLocks xmlns:a="http://schemas.openxmlformats.org/drawingml/2006/main" noGrp="1"/>
          </p:cNvSpPr>
          <p:nvPr/>
        </p:nvSpPr>
        <p:spPr>
          <a:xfrm xmlns:a="http://schemas.openxmlformats.org/drawingml/2006/main">
            <a:off x="0" y="3238499"/>
            <a:ext cx="7213600" cy="381000"/>
          </a:xfrm>
          <a:prstGeom xmlns:a="http://schemas.openxmlformats.org/drawingml/2006/main" prst="rect">
            <a:avLst/>
          </a:prstGeom>
          <a:gradFill xmlns:a="http://schemas.openxmlformats.org/drawingml/2006/main">
            <a:gsLst>
              <a:gs pos="0">
                <a:srgbClr val="00BCFD"/>
              </a:gs>
              <a:gs pos="100000">
                <a:srgbClr val="23D2B5"/>
              </a:gs>
            </a:gsLst>
            <a:lin ang="216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showMasterSp="0" preserve="1" userDrawn="1">
  <p:cSld name="Content 4">
    <p:spTree>
      <p:nvGrpSpPr>
        <p:cNvPr id="1" name=""/>
        <p:cNvGrpSpPr/>
        <p:nvPr/>
      </p:nvGrpSpPr>
      <p:grpSpPr>
        <a:xfrm xmlns:a="http://schemas.openxmlformats.org/drawingml/2006/main"/>
      </p:grpSpPr>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c6ac97cb12ba4882"/>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3" name="Picture Placeholder 12">
            <a:extLst xmlns:a="http://schemas.openxmlformats.org/drawingml/2006/main">
              <a:ext uri="{FF2B5EF4-FFF2-40B4-BE49-F238E27FC236}">
                <a16:creationId xmlns:a16="http://schemas.microsoft.com/office/drawing/2014/main" id="{C9A24606-8572-4CE8-8213-E081ACA20E82}"/>
              </a:ext>
            </a:extLst>
          </p:cNvPr>
          <p:cNvSpPr>
            <a:spLocks xmlns:a="http://schemas.openxmlformats.org/drawingml/2006/main" noGrp="1"/>
          </p:cNvSpPr>
          <p:nvPr>
            <p:ph type="pic" idx="10"/>
          </p:nvPr>
        </p:nvSpPr>
        <p:spPr>
          <a:xfrm xmlns:a="http://schemas.openxmlformats.org/drawingml/2006/main">
            <a:off x="357188" y="368300"/>
            <a:ext cx="11834812" cy="3060700"/>
          </a:xfrm>
          <a:custGeom xmlns:a="http://schemas.openxmlformats.org/drawingml/2006/main">
            <a:gdLst>
              <a:gd name="connsiteX0" fmla="*/ 0 w 11834812"/>
              <a:gd name="connsiteY0" fmla="*/ 0 h 3060700"/>
              <a:gd name="connsiteX1" fmla="*/ 11834812 w 11834812"/>
              <a:gd name="connsiteY1" fmla="*/ 0 h 3060700"/>
              <a:gd name="connsiteX2" fmla="*/ 11834812 w 11834812"/>
              <a:gd name="connsiteY2" fmla="*/ 3060700 h 3060700"/>
              <a:gd name="connsiteX3" fmla="*/ 6856412 w 11834812"/>
              <a:gd name="connsiteY3" fmla="*/ 3060700 h 3060700"/>
              <a:gd name="connsiteX4" fmla="*/ 6856412 w 11834812"/>
              <a:gd name="connsiteY4" fmla="*/ 2870200 h 3060700"/>
              <a:gd name="connsiteX5" fmla="*/ 0 w 11834812"/>
              <a:gd name="connsiteY5" fmla="*/ 2870200 h 3060700"/>
            </a:gdLst>
            <a:rect l="l" t="t" r="r" b="b"/>
            <a:pathLst>
              <a:path w="11834812" h="3060700">
                <a:moveTo>
                  <a:pt x="0" y="0"/>
                </a:moveTo>
                <a:lnTo>
                  <a:pt x="11834812" y="0"/>
                </a:lnTo>
                <a:lnTo>
                  <a:pt x="11834812" y="3060700"/>
                </a:lnTo>
                <a:lnTo>
                  <a:pt x="6856412" y="3060700"/>
                </a:lnTo>
                <a:lnTo>
                  <a:pt x="6856412" y="2870200"/>
                </a:lnTo>
                <a:lnTo>
                  <a:pt x="0" y="2870200"/>
                </a:lnTo>
                <a:close/>
              </a:path>
            </a:pathLst>
          </a:custGeom>
        </p:spPr>
        <p:txBody>
          <a:bodyPr xmlns:a="http://schemas.openxmlformats.org/drawingml/2006/main" wrap="square" anchor="ctr">
            <a:noAutofit/>
          </a:bodyPr>
          <a:lstStyle xmlns:a="http://schemas.openxmlformats.org/drawingml/2006/main">
            <a:lvl1pPr marL="0" indent="0" algn="ctr">
              <a:buNone/>
              <a:defRPr>
                <a:solidFill>
                  <a:schemeClr val="tx1"/>
                </a:solidFill>
              </a:defRPr>
            </a:lvl1pPr>
          </a:lstStyle>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1767E313-E97A-4581-A277-0D1EF80D553C}"/>
              </a:ext>
            </a:extLst>
          </p:cNvPr>
          <p:cNvSpPr>
            <a:spLocks xmlns:a="http://schemas.openxmlformats.org/drawingml/2006/main" noGrp="1"/>
          </p:cNvSpPr>
          <p:nvPr/>
        </p:nvSpPr>
        <p:spPr>
          <a:xfrm xmlns:a="http://schemas.openxmlformats.org/drawingml/2006/main">
            <a:off x="0" y="3238499"/>
            <a:ext cx="7213600" cy="381000"/>
          </a:xfrm>
          <a:prstGeom xmlns:a="http://schemas.openxmlformats.org/drawingml/2006/main" prst="rect">
            <a:avLst/>
          </a:prstGeom>
          <a:gradFill xmlns:a="http://schemas.openxmlformats.org/drawingml/2006/main">
            <a:gsLst>
              <a:gs pos="0">
                <a:srgbClr val="00BCFD"/>
              </a:gs>
              <a:gs pos="100000">
                <a:srgbClr val="23D2B5"/>
              </a:gs>
            </a:gsLst>
            <a:lin ang="216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 Placeholder 16">
            <a:extLst xmlns:a="http://schemas.openxmlformats.org/drawingml/2006/main">
              <a:ext uri="{FF2B5EF4-FFF2-40B4-BE49-F238E27FC236}">
                <a16:creationId xmlns:a16="http://schemas.microsoft.com/office/drawing/2014/main" id="{5461CB26-1F4C-403B-8C56-067BBC000C59}"/>
              </a:ext>
            </a:extLst>
          </p:cNvPr>
          <p:cNvSpPr>
            <a:spLocks xmlns:a="http://schemas.openxmlformats.org/drawingml/2006/main" noGrp="1"/>
          </p:cNvSpPr>
          <p:nvPr>
            <p:ph type="body" idx="11"/>
          </p:nvPr>
        </p:nvSpPr>
        <p:spPr>
          <a:xfrm xmlns:a="http://schemas.openxmlformats.org/drawingml/2006/main">
            <a:off x="356837" y="3942943"/>
            <a:ext cx="10480034" cy="477054"/>
          </a:xfrm>
          <a:prstGeom xmlns:a="http://schemas.openxmlformats.org/drawingml/2006/main" prst="rect">
            <a:avLst/>
          </a:prstGeom>
        </p:spPr>
        <p:txBody>
          <a:bodyPr xmlns:a="http://schemas.openxmlformats.org/drawingml/2006/main"/>
          <a:lstStyle xmlns:a="http://schemas.openxmlformats.org/drawingml/2006/main">
            <a:lvl1pPr marL="0" indent="0" algn="r">
              <a:buNone/>
              <a:defRPr sz="2500">
                <a:solidFill>
                  <a:schemeClr val="accent1"/>
                </a:solidFill>
                <a:latin typeface="+mj-lt"/>
                <a:ea typeface="+mj-lt"/>
                <a:cs typeface="+mj-lt"/>
              </a:defRPr>
            </a:lvl1pPr>
          </a:lstStyle>
          <a:p xmlns:a="http://schemas.openxmlformats.org/drawingml/2006/main">
            <a:pPr marR="0" algn="r">
              <a:buNone/>
            </a:pPr>
            <a:endParaRPr/>
          </a:p>
        </p:txBody>
      </p:sp>
      <p:sp>
        <p:nvSpPr>
          <p:cNvPr id="6" name="TextBox 13">
            <a:extLst xmlns:a="http://schemas.openxmlformats.org/drawingml/2006/main">
              <a:ext uri="{FF2B5EF4-FFF2-40B4-BE49-F238E27FC236}">
                <a16:creationId xmlns:a16="http://schemas.microsoft.com/office/drawing/2014/main" id="{602C87A6-1E60-4D8C-8E9F-F741C11E4B94}"/>
              </a:ext>
            </a:extLst>
          </p:cNvPr>
          <p:cNvSpPr>
            <a:spLocks xmlns:a="http://schemas.openxmlformats.org/drawingml/2006/main" noGrp="1"/>
          </p:cNvSpPr>
          <p:nvPr/>
        </p:nvSpPr>
        <p:spPr>
          <a:xfrm xmlns:a="http://schemas.openxmlformats.org/drawingml/2006/main">
            <a:off x="10721849" y="4937839"/>
            <a:ext cx="936751"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R="0" algn="l">
              <a:buNone/>
            </a:pPr>
            <a:r>
              <a:rPr sz="8000" b="0" i="0" u="none">
                <a:solidFill>
                  <a:schemeClr val="accent3"/>
                </a:solidFill>
                <a:latin typeface="Arial Black"/>
                <a:ea typeface="Arial Black"/>
                <a:cs typeface="Arial Black"/>
              </a:rPr>
              <a:t>”</a:t>
            </a:r>
          </a:p>
        </p:txBody>
      </p:sp>
      <p:sp>
        <p:nvSpPr>
          <p:cNvPr id="7" name="TextBox 14">
            <a:extLst xmlns:a="http://schemas.openxmlformats.org/drawingml/2006/main">
              <a:ext uri="{FF2B5EF4-FFF2-40B4-BE49-F238E27FC236}">
                <a16:creationId xmlns:a16="http://schemas.microsoft.com/office/drawing/2014/main" id="{6FEFAB1B-F9DD-4AE9-A199-60730915B97C}"/>
              </a:ext>
            </a:extLst>
          </p:cNvPr>
          <p:cNvSpPr>
            <a:spLocks xmlns:a="http://schemas.openxmlformats.org/drawingml/2006/main" noGrp="1"/>
          </p:cNvSpPr>
          <p:nvPr/>
        </p:nvSpPr>
        <p:spPr>
          <a:xfrm xmlns:a="http://schemas.openxmlformats.org/drawingml/2006/main">
            <a:off x="4511549" y="3544550"/>
            <a:ext cx="936751"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8000">
                <a:solidFill>
                  <a:schemeClr val="accent3"/>
                </a:solidFill>
                <a:latin typeface="Arial Black"/>
                <a:ea typeface="Arial Black"/>
                <a:cs typeface="Arial Black"/>
              </a:rPr>
              <a:t>“</a:t>
            </a:r>
          </a:p>
        </p:txBody>
      </p:sp>
      <p:sp>
        <p:nvSpPr>
          <p:cNvPr id="8" name="Espace réservé du texte 2">
            <a:extLst xmlns:a="http://schemas.openxmlformats.org/drawingml/2006/main">
              <a:ext uri="{FF2B5EF4-FFF2-40B4-BE49-F238E27FC236}">
                <a16:creationId xmlns:a16="http://schemas.microsoft.com/office/drawing/2014/main" id="{E49716B1-4B8F-CB4D-9B75-8C70F32DDE4E}"/>
              </a:ext>
            </a:extLst>
          </p:cNvPr>
          <p:cNvSpPr>
            <a:spLocks xmlns:a="http://schemas.openxmlformats.org/drawingml/2006/main" noGrp="1"/>
          </p:cNvSpPr>
          <p:nvPr>
            <p:ph type="body" idx="12"/>
          </p:nvPr>
        </p:nvSpPr>
        <p:spPr>
          <a:xfrm xmlns:a="http://schemas.openxmlformats.org/drawingml/2006/main">
            <a:off x="8208751" y="5790336"/>
            <a:ext cx="2628120" cy="276999"/>
          </a:xfrm>
          <a:prstGeom xmlns:a="http://schemas.openxmlformats.org/drawingml/2006/main" prst="rect">
            <a:avLst/>
          </a:prstGeom>
        </p:spPr>
        <p:txBody>
          <a:bodyPr xmlns:a="http://schemas.openxmlformats.org/drawingml/2006/main"/>
          <a:lstStyle xmlns:a="http://schemas.openxmlformats.org/drawingml/2006/main">
            <a:lvl1pPr marL="0" indent="0" algn="r">
              <a:buNone/>
              <a:defRPr sz="1200">
                <a:solidFill>
                  <a:schemeClr val="accent1"/>
                </a:solidFill>
              </a:defRPr>
            </a:lvl1pPr>
          </a:lstStyle>
          <a:p xmlns:a="http://schemas.openxmlformats.org/drawingml/2006/main">
            <a:pPr lvl="0">
              <a:buNone/>
            </a:pPr>
            <a:endParaRPr/>
          </a:p>
        </p:txBody>
      </p:sp>
      <p:sp>
        <p:nvSpPr>
          <p:cNvPr id="9" name="Espace réservé du numéro de diapositive 6">
            <a:extLst xmlns:a="http://schemas.openxmlformats.org/drawingml/2006/main">
              <a:ext uri="{FF2B5EF4-FFF2-40B4-BE49-F238E27FC236}">
                <a16:creationId xmlns:a16="http://schemas.microsoft.com/office/drawing/2014/main" id="{B58DB9B9-2E60-604D-9861-BD9058E0F02B}"/>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0" name="Espace réservé du pied de page 4">
            <a:extLst xmlns:a="http://schemas.openxmlformats.org/drawingml/2006/main">
              <a:ext uri="{FF2B5EF4-FFF2-40B4-BE49-F238E27FC236}">
                <a16:creationId xmlns:a16="http://schemas.microsoft.com/office/drawing/2014/main" id="{09D9BB07-B0EB-D94F-9DD5-6195B72B1166}"/>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Tree>
  </p:cSld>
</p:sldLayout>
</file>

<file path=ppt/slideLayouts/slideLayout12.xml><?xml version="1.0" encoding="utf-8"?>
<p:sldLayout xmlns:p="http://schemas.openxmlformats.org/presentationml/2006/main" showMasterSp="0" preserve="1" userDrawn="1">
  <p:cSld name="Content 5">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47431191-2A02-4730-A0CE-98D132A57CA4}"/>
              </a:ext>
            </a:extLst>
          </p:cNvPr>
          <p:cNvSpPr>
            <a:spLocks xmlns:a="http://schemas.openxmlformats.org/drawingml/2006/main" noGrp="1"/>
          </p:cNvSpPr>
          <p:nvPr/>
        </p:nvSpPr>
        <p:spPr>
          <a:xfrm xmlns:a="http://schemas.openxmlformats.org/drawingml/2006/main">
            <a:off x="356837" y="355600"/>
            <a:ext cx="11835163" cy="5638800"/>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6b082835b9294362"/>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Espace réservé du numéro de diapositive 6">
            <a:extLst xmlns:a="http://schemas.openxmlformats.org/drawingml/2006/main">
              <a:ext uri="{FF2B5EF4-FFF2-40B4-BE49-F238E27FC236}">
                <a16:creationId xmlns:a16="http://schemas.microsoft.com/office/drawing/2014/main" id="{7D3C9B20-CA11-45F1-A045-8D8E4A788DAB}"/>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3" name="Espace réservé du pied de page 4">
            <a:extLst xmlns:a="http://schemas.openxmlformats.org/drawingml/2006/main">
              <a:ext uri="{FF2B5EF4-FFF2-40B4-BE49-F238E27FC236}">
                <a16:creationId xmlns:a16="http://schemas.microsoft.com/office/drawing/2014/main" id="{44922129-C692-4C4A-989F-75782A47D515}"/>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8" name="TextBox 10">
            <a:extLst xmlns:a="http://schemas.openxmlformats.org/drawingml/2006/main">
              <a:ext uri="{FF2B5EF4-FFF2-40B4-BE49-F238E27FC236}">
                <a16:creationId xmlns:a16="http://schemas.microsoft.com/office/drawing/2014/main" id="{70815F1C-A064-4085-98A8-FB891980F3CF}"/>
              </a:ext>
            </a:extLst>
          </p:cNvPr>
          <p:cNvSpPr>
            <a:spLocks xmlns:a="http://schemas.openxmlformats.org/drawingml/2006/main" noGrp="1"/>
          </p:cNvSpPr>
          <p:nvPr/>
        </p:nvSpPr>
        <p:spPr>
          <a:xfrm xmlns:a="http://schemas.openxmlformats.org/drawingml/2006/main">
            <a:off x="10721849" y="3703478"/>
            <a:ext cx="936751"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R="0" algn="l">
              <a:buNone/>
            </a:pPr>
            <a:r>
              <a:rPr sz="8000" b="0" i="0" u="none">
                <a:solidFill>
                  <a:schemeClr val="accent1"/>
                </a:solidFill>
                <a:latin typeface="Arial Black"/>
                <a:ea typeface="Arial Black"/>
                <a:cs typeface="Arial Black"/>
              </a:rPr>
              <a:t>”</a:t>
            </a:r>
          </a:p>
        </p:txBody>
      </p:sp>
      <p:sp>
        <p:nvSpPr>
          <p:cNvPr id="9" name="TextBox 11">
            <a:extLst xmlns:a="http://schemas.openxmlformats.org/drawingml/2006/main">
              <a:ext uri="{FF2B5EF4-FFF2-40B4-BE49-F238E27FC236}">
                <a16:creationId xmlns:a16="http://schemas.microsoft.com/office/drawing/2014/main" id="{5F343F63-AD4A-4147-B8AD-D9A5D9A92C2C}"/>
              </a:ext>
            </a:extLst>
          </p:cNvPr>
          <p:cNvSpPr>
            <a:spLocks xmlns:a="http://schemas.openxmlformats.org/drawingml/2006/main" noGrp="1"/>
          </p:cNvSpPr>
          <p:nvPr/>
        </p:nvSpPr>
        <p:spPr>
          <a:xfrm xmlns:a="http://schemas.openxmlformats.org/drawingml/2006/main">
            <a:off x="4511549" y="1619323"/>
            <a:ext cx="936751"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8000">
                <a:solidFill>
                  <a:schemeClr val="accent1"/>
                </a:solidFill>
                <a:latin typeface="Arial Black"/>
                <a:ea typeface="Arial Black"/>
                <a:cs typeface="Arial Black"/>
              </a:rPr>
              <a:t>“</a:t>
            </a:r>
          </a:p>
        </p:txBody>
      </p:sp>
      <p:sp>
        <p:nvSpPr>
          <p:cNvPr id="16" name="Espace réservé du texte 2">
            <a:extLst xmlns:a="http://schemas.openxmlformats.org/drawingml/2006/main">
              <a:ext uri="{FF2B5EF4-FFF2-40B4-BE49-F238E27FC236}">
                <a16:creationId xmlns:a16="http://schemas.microsoft.com/office/drawing/2014/main" id="{3DEA8DC9-9621-4A40-87D3-B054CC1D5CE3}"/>
              </a:ext>
            </a:extLst>
          </p:cNvPr>
          <p:cNvSpPr>
            <a:spLocks xmlns:a="http://schemas.openxmlformats.org/drawingml/2006/main" noGrp="1"/>
          </p:cNvSpPr>
          <p:nvPr>
            <p:ph type="body" idx="12"/>
          </p:nvPr>
        </p:nvSpPr>
        <p:spPr>
          <a:xfrm xmlns:a="http://schemas.openxmlformats.org/drawingml/2006/main">
            <a:off x="8146470" y="4484786"/>
            <a:ext cx="2628120" cy="276999"/>
          </a:xfrm>
          <a:prstGeom xmlns:a="http://schemas.openxmlformats.org/drawingml/2006/main" prst="rect">
            <a:avLst/>
          </a:prstGeom>
        </p:spPr>
        <p:txBody>
          <a:bodyPr xmlns:a="http://schemas.openxmlformats.org/drawingml/2006/main"/>
          <a:lstStyle xmlns:a="http://schemas.openxmlformats.org/drawingml/2006/main">
            <a:lvl1pPr marL="0" indent="0" algn="r">
              <a:buNone/>
              <a:defRPr sz="1200">
                <a:solidFill>
                  <a:schemeClr val="bg1"/>
                </a:solidFill>
              </a:defRPr>
            </a:lvl1pPr>
          </a:lstStyle>
          <a:p xmlns:a="http://schemas.openxmlformats.org/drawingml/2006/main">
            <a:pPr lvl="0">
              <a:buNone/>
            </a:pPr>
            <a:endParaRPr/>
          </a:p>
        </p:txBody>
      </p:sp>
      <p:sp>
        <p:nvSpPr>
          <p:cNvPr id="11" name="Text Placeholder 16">
            <a:extLst xmlns:a="http://schemas.openxmlformats.org/drawingml/2006/main">
              <a:ext uri="{FF2B5EF4-FFF2-40B4-BE49-F238E27FC236}">
                <a16:creationId xmlns:a16="http://schemas.microsoft.com/office/drawing/2014/main" id="{C26D4EE2-CE2E-9981-8B7F-90CE702D2570}"/>
              </a:ext>
            </a:extLst>
          </p:cNvPr>
          <p:cNvSpPr>
            <a:spLocks xmlns:a="http://schemas.openxmlformats.org/drawingml/2006/main" noGrp="1"/>
          </p:cNvSpPr>
          <p:nvPr>
            <p:ph type="body" idx="11"/>
          </p:nvPr>
        </p:nvSpPr>
        <p:spPr>
          <a:xfrm xmlns:a="http://schemas.openxmlformats.org/drawingml/2006/main">
            <a:off x="356837" y="2053849"/>
            <a:ext cx="10480034" cy="477054"/>
          </a:xfrm>
          <a:prstGeom xmlns:a="http://schemas.openxmlformats.org/drawingml/2006/main" prst="rect">
            <a:avLst/>
          </a:prstGeom>
        </p:spPr>
        <p:txBody>
          <a:bodyPr xmlns:a="http://schemas.openxmlformats.org/drawingml/2006/main" anchor="t"/>
          <a:lstStyle xmlns:a="http://schemas.openxmlformats.org/drawingml/2006/main">
            <a:lvl1pPr marL="0" indent="0" algn="r">
              <a:buNone/>
              <a:defRPr sz="2500">
                <a:solidFill>
                  <a:schemeClr val="bg1"/>
                </a:solidFill>
                <a:latin typeface="+mj-lt"/>
                <a:ea typeface="+mj-lt"/>
                <a:cs typeface="+mj-lt"/>
              </a:defRPr>
            </a:lvl1pPr>
          </a:lstStyle>
          <a:p xmlns:a="http://schemas.openxmlformats.org/drawingml/2006/main">
            <a:pPr marR="0" algn="r">
              <a:buNone/>
            </a:pPr>
            <a:endParaRPr/>
          </a:p>
        </p:txBody>
      </p:sp>
      <p:sp>
        <p:nvSpPr>
          <p:cNvPr id="14" name="Rectangle 13">
            <a:extLst xmlns:a="http://schemas.openxmlformats.org/drawingml/2006/main">
              <a:ext uri="{FF2B5EF4-FFF2-40B4-BE49-F238E27FC236}">
                <a16:creationId xmlns:a16="http://schemas.microsoft.com/office/drawing/2014/main" id="{4139BE81-6186-7DDD-2EE9-1C0B1ACA732A}"/>
              </a:ext>
            </a:extLst>
          </p:cNvPr>
          <p:cNvSpPr>
            <a:spLocks xmlns:a="http://schemas.openxmlformats.org/drawingml/2006/main" noGrp="1"/>
          </p:cNvSpPr>
          <p:nvPr/>
        </p:nvSpPr>
        <p:spPr>
          <a:xfrm xmlns:a="http://schemas.openxmlformats.org/drawingml/2006/main">
            <a:off x="0" y="5799043"/>
            <a:ext cx="7213600" cy="381000"/>
          </a:xfrm>
          <a:prstGeom xmlns:a="http://schemas.openxmlformats.org/drawingml/2006/main" prst="rect">
            <a:avLst/>
          </a:prstGeom>
          <a:gradFill xmlns:a="http://schemas.openxmlformats.org/drawingml/2006/main">
            <a:gsLst>
              <a:gs pos="0">
                <a:srgbClr val="00BCFD"/>
              </a:gs>
              <a:gs pos="100000">
                <a:srgbClr val="23D2B5"/>
              </a:gs>
            </a:gsLst>
            <a:lin ang="216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3.xml><?xml version="1.0" encoding="utf-8"?>
<p:sldLayout xmlns:p="http://schemas.openxmlformats.org/presentationml/2006/main" showMasterSp="0" preserve="1" userDrawn="1">
  <p:cSld name="Content 6">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47431191-2A02-4730-A0CE-98D132A57CA4}"/>
              </a:ext>
            </a:extLst>
          </p:cNvPr>
          <p:cNvSpPr>
            <a:spLocks xmlns:a="http://schemas.openxmlformats.org/drawingml/2006/main" noGrp="1"/>
          </p:cNvSpPr>
          <p:nvPr/>
        </p:nvSpPr>
        <p:spPr>
          <a:xfrm xmlns:a="http://schemas.openxmlformats.org/drawingml/2006/main">
            <a:off x="356837" y="355600"/>
            <a:ext cx="11835163" cy="5638800"/>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0" name="Image 8"/>
          <p:cNvPicPr>
            <a:picLocks xmlns:a="http://schemas.openxmlformats.org/drawingml/2006/main" noChangeAspect="1"/>
          </p:cNvPicPr>
          <p:nvPr/>
        </p:nvPicPr>
        <p:blipFill>
          <a:blip xmlns:r="http://schemas.openxmlformats.org/officeDocument/2006/relationships" xmlns:a="http://schemas.openxmlformats.org/drawingml/2006/main" r:embed="Rc2c9afc7e3e846e4"/>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7" name="Text Placeholder 16">
            <a:extLst xmlns:a="http://schemas.openxmlformats.org/drawingml/2006/main">
              <a:ext uri="{FF2B5EF4-FFF2-40B4-BE49-F238E27FC236}">
                <a16:creationId xmlns:a16="http://schemas.microsoft.com/office/drawing/2014/main" id="{5461CB26-1F4C-403B-8C56-067BBC000C59}"/>
              </a:ext>
            </a:extLst>
          </p:cNvPr>
          <p:cNvSpPr>
            <a:spLocks xmlns:a="http://schemas.openxmlformats.org/drawingml/2006/main" noGrp="1"/>
          </p:cNvSpPr>
          <p:nvPr>
            <p:ph type="body" idx="11"/>
          </p:nvPr>
        </p:nvSpPr>
        <p:spPr>
          <a:xfrm xmlns:a="http://schemas.openxmlformats.org/drawingml/2006/main">
            <a:off x="356837" y="2053849"/>
            <a:ext cx="10480034" cy="477054"/>
          </a:xfrm>
          <a:prstGeom xmlns:a="http://schemas.openxmlformats.org/drawingml/2006/main" prst="rect">
            <a:avLst/>
          </a:prstGeom>
        </p:spPr>
        <p:txBody>
          <a:bodyPr xmlns:a="http://schemas.openxmlformats.org/drawingml/2006/main" anchor="t"/>
          <a:lstStyle xmlns:a="http://schemas.openxmlformats.org/drawingml/2006/main">
            <a:lvl1pPr marL="0" indent="0" algn="r">
              <a:buNone/>
              <a:defRPr sz="2500">
                <a:solidFill>
                  <a:schemeClr val="bg1"/>
                </a:solidFill>
                <a:latin typeface="+mj-lt"/>
                <a:ea typeface="+mj-lt"/>
                <a:cs typeface="+mj-lt"/>
              </a:defRPr>
            </a:lvl1pPr>
          </a:lstStyle>
          <a:p xmlns:a="http://schemas.openxmlformats.org/drawingml/2006/main">
            <a:pPr marR="0" algn="r">
              <a:buNone/>
            </a:pPr>
            <a:endParaRPr/>
          </a:p>
        </p:txBody>
      </p:sp>
      <p:sp>
        <p:nvSpPr>
          <p:cNvPr id="12" name="Espace réservé du numéro de diapositive 6">
            <a:extLst xmlns:a="http://schemas.openxmlformats.org/drawingml/2006/main">
              <a:ext uri="{FF2B5EF4-FFF2-40B4-BE49-F238E27FC236}">
                <a16:creationId xmlns:a16="http://schemas.microsoft.com/office/drawing/2014/main" id="{7D3C9B20-CA11-45F1-A045-8D8E4A788DAB}"/>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3" name="Espace réservé du pied de page 4">
            <a:extLst xmlns:a="http://schemas.openxmlformats.org/drawingml/2006/main">
              <a:ext uri="{FF2B5EF4-FFF2-40B4-BE49-F238E27FC236}">
                <a16:creationId xmlns:a16="http://schemas.microsoft.com/office/drawing/2014/main" id="{44922129-C692-4C4A-989F-75782A47D515}"/>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3A22D519-4894-E9B9-C63A-D182981F5E46}"/>
              </a:ext>
            </a:extLst>
          </p:cNvPr>
          <p:cNvSpPr>
            <a:spLocks xmlns:a="http://schemas.openxmlformats.org/drawingml/2006/main" noGrp="1"/>
          </p:cNvSpPr>
          <p:nvPr/>
        </p:nvSpPr>
        <p:spPr>
          <a:xfrm xmlns:a="http://schemas.openxmlformats.org/drawingml/2006/main">
            <a:off x="0" y="5799043"/>
            <a:ext cx="7213600" cy="381000"/>
          </a:xfrm>
          <a:prstGeom xmlns:a="http://schemas.openxmlformats.org/drawingml/2006/main" prst="rect">
            <a:avLst/>
          </a:prstGeom>
          <a:gradFill xmlns:a="http://schemas.openxmlformats.org/drawingml/2006/main">
            <a:gsLst>
              <a:gs pos="0">
                <a:srgbClr val="00BCFD"/>
              </a:gs>
              <a:gs pos="100000">
                <a:srgbClr val="23D2B5"/>
              </a:gs>
            </a:gsLst>
            <a:lin ang="216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showMasterSp="0" preserve="1" userDrawn="1">
  <p:cSld name="Content 7">
    <p:spTree>
      <p:nvGrpSpPr>
        <p:cNvPr id="1" name=""/>
        <p:cNvGrpSpPr/>
        <p:nvPr/>
      </p:nvGrpSpPr>
      <p:grpSpPr>
        <a:xfrm xmlns:a="http://schemas.openxmlformats.org/drawingml/2006/main"/>
      </p:grpSpPr>
      <p:pic>
        <p:nvPicPr>
          <p:cNvPr id="18" name="Image 8"/>
          <p:cNvPicPr>
            <a:picLocks xmlns:a="http://schemas.openxmlformats.org/drawingml/2006/main" noChangeAspect="1"/>
          </p:cNvPicPr>
          <p:nvPr/>
        </p:nvPicPr>
        <p:blipFill>
          <a:blip xmlns:r="http://schemas.openxmlformats.org/officeDocument/2006/relationships" xmlns:a="http://schemas.openxmlformats.org/drawingml/2006/main" r:embed="R4c69edd05e98458c"/>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04FEFC74-52F5-494E-AF12-7722B3A4FFCB}"/>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Text Placeholder 13">
            <a:extLst xmlns:a="http://schemas.openxmlformats.org/drawingml/2006/main">
              <a:ext uri="{FF2B5EF4-FFF2-40B4-BE49-F238E27FC236}">
                <a16:creationId xmlns:a16="http://schemas.microsoft.com/office/drawing/2014/main" id="{E1292B55-64A1-45D8-ACA7-B1C0AFBE9C75}"/>
              </a:ext>
            </a:extLst>
          </p:cNvPr>
          <p:cNvSpPr>
            <a:spLocks xmlns:a="http://schemas.openxmlformats.org/drawingml/2006/main" noGrp="1"/>
          </p:cNvSpPr>
          <p:nvPr>
            <p:ph type="body" idx="11"/>
          </p:nvPr>
        </p:nvSpPr>
        <p:spPr>
          <a:xfrm xmlns:a="http://schemas.openxmlformats.org/drawingml/2006/main">
            <a:off x="273112" y="1428409"/>
            <a:ext cx="2401508" cy="323165"/>
          </a:xfrm>
          <a:prstGeom xmlns:a="http://schemas.openxmlformats.org/drawingml/2006/main" prst="rect">
            <a:avLst/>
          </a:prstGeom>
        </p:spPr>
        <p:txBody>
          <a:bodyPr xmlns:a="http://schemas.openxmlformats.org/drawingml/2006/main"/>
          <a:lstStyle xmlns:a="http://schemas.openxmlformats.org/drawingml/2006/main">
            <a:lvl1pPr marL="0" indent="0">
              <a:buSzPct val="50000"/>
              <a:buFontTx/>
              <a:buNone/>
              <a:defRPr sz="1500" spc="20" baseline="0"/>
            </a:lvl1pPr>
          </a:lstStyle>
          <a:p xmlns:a="http://schemas.openxmlformats.org/drawingml/2006/main">
            <a:pPr lvl="0">
              <a:buNone/>
            </a:pPr>
            <a:endParaRPr/>
          </a:p>
        </p:txBody>
      </p:sp>
      <p:sp>
        <p:nvSpPr>
          <p:cNvPr id="15" name="Espace réservé du numéro de diapositive 6">
            <a:extLst xmlns:a="http://schemas.openxmlformats.org/drawingml/2006/main">
              <a:ext uri="{FF2B5EF4-FFF2-40B4-BE49-F238E27FC236}">
                <a16:creationId xmlns:a16="http://schemas.microsoft.com/office/drawing/2014/main" id="{A5A32622-B564-4BD9-AB2D-57B896830E87}"/>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6" name="Espace réservé du pied de page 4">
            <a:extLst xmlns:a="http://schemas.openxmlformats.org/drawingml/2006/main">
              <a:ext uri="{FF2B5EF4-FFF2-40B4-BE49-F238E27FC236}">
                <a16:creationId xmlns:a16="http://schemas.microsoft.com/office/drawing/2014/main" id="{51A0B12F-415A-47B8-973A-DE7976E0C173}"/>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1" name="Title 1">
            <a:extLst xmlns:a="http://schemas.openxmlformats.org/drawingml/2006/main">
              <a:ext uri="{FF2B5EF4-FFF2-40B4-BE49-F238E27FC236}">
                <a16:creationId xmlns:a16="http://schemas.microsoft.com/office/drawing/2014/main" id="{7C48F5C4-3BCF-DBD4-4A17-FA8D6F1ABDCA}"/>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5.xml><?xml version="1.0" encoding="utf-8"?>
<p:sldLayout xmlns:p="http://schemas.openxmlformats.org/presentationml/2006/main" showMasterSp="0" preserve="1" userDrawn="1">
  <p:cSld name="Content 8">
    <p:spTree>
      <p:nvGrpSpPr>
        <p:cNvPr id="1" name=""/>
        <p:cNvGrpSpPr/>
        <p:nvPr/>
      </p:nvGrpSpPr>
      <p:grpSpPr>
        <a:xfrm xmlns:a="http://schemas.openxmlformats.org/drawingml/2006/main"/>
      </p:grpSpPr>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3144a6813aa9478c"/>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E2A24BB8-43A4-46DC-BEB7-195D0619B060}"/>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BCFCF277-66D0-46F6-B18E-0B37F27CA7D5}"/>
              </a:ext>
            </a:extLst>
          </p:cNvPr>
          <p:cNvSpPr>
            <a:spLocks xmlns:a="http://schemas.openxmlformats.org/drawingml/2006/main" noGrp="1"/>
          </p:cNvSpPr>
          <p:nvPr>
            <p:ph type="body" idx="11"/>
          </p:nvPr>
        </p:nvSpPr>
        <p:spPr>
          <a:xfrm xmlns:a="http://schemas.openxmlformats.org/drawingml/2006/main">
            <a:off x="868898" y="1548391"/>
            <a:ext cx="10411720" cy="333425"/>
          </a:xfrm>
          <a:prstGeom xmlns:a="http://schemas.openxmlformats.org/drawingml/2006/main" prst="rect">
            <a:avLst/>
          </a:prstGeom>
        </p:spPr>
        <p:txBody>
          <a:bodyPr xmlns:a="http://schemas.openxmlformats.org/drawingml/2006/main"/>
          <a:lstStyle xmlns:a="http://schemas.openxmlformats.org/drawingml/2006/main">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xmlns:a="http://schemas.openxmlformats.org/drawingml/2006/main">
            <a:pPr lvl="0">
              <a:buNone/>
            </a:pPr>
            <a:endParaRPr/>
          </a:p>
        </p:txBody>
      </p:sp>
      <p:sp>
        <p:nvSpPr>
          <p:cNvPr id="9" name="Text Placeholder 13">
            <a:extLst xmlns:a="http://schemas.openxmlformats.org/drawingml/2006/main">
              <a:ext uri="{FF2B5EF4-FFF2-40B4-BE49-F238E27FC236}">
                <a16:creationId xmlns:a16="http://schemas.microsoft.com/office/drawing/2014/main" id="{D99B2560-5A2F-461D-B47C-6917B8C240DE}"/>
              </a:ext>
            </a:extLst>
          </p:cNvPr>
          <p:cNvSpPr>
            <a:spLocks xmlns:a="http://schemas.openxmlformats.org/drawingml/2006/main" noGrp="1"/>
          </p:cNvSpPr>
          <p:nvPr>
            <p:ph type="body" idx="12"/>
          </p:nvPr>
        </p:nvSpPr>
        <p:spPr>
          <a:xfrm xmlns:a="http://schemas.openxmlformats.org/drawingml/2006/main">
            <a:off x="876518" y="2926472"/>
            <a:ext cx="5041270" cy="323165"/>
          </a:xfrm>
          <a:prstGeom xmlns:a="http://schemas.openxmlformats.org/drawingml/2006/main" prst="rect">
            <a:avLst/>
          </a:prstGeom>
        </p:spPr>
        <p:txBody>
          <a:bodyPr xmlns:a="http://schemas.openxmlformats.org/drawingml/2006/main"/>
          <a:lstStyle xmlns:a="http://schemas.openxmlformats.org/drawingml/2006/main">
            <a:lvl1pPr marL="0" indent="0">
              <a:lnSpc>
                <a:spcPct val="100000"/>
              </a:lnSpc>
              <a:spcBef>
                <a:spcPts val="700"/>
              </a:spcBef>
              <a:buSzPct val="50000"/>
              <a:buFontTx/>
              <a:buNone/>
              <a:defRPr sz="1500" spc="50" baseline="0">
                <a:solidFill>
                  <a:schemeClr val="accent3"/>
                </a:solidFill>
                <a:latin typeface="+mn-lt"/>
                <a:ea typeface="+mn-lt"/>
                <a:cs typeface="+mn-lt"/>
              </a:defRPr>
            </a:lvl1pPr>
          </a:lstStyle>
          <a:p xmlns:a="http://schemas.openxmlformats.org/drawingml/2006/main">
            <a:pPr marR="0" algn="l">
              <a:buNone/>
            </a:pPr>
            <a:endParaRPr/>
          </a:p>
        </p:txBody>
      </p:sp>
      <p:sp>
        <p:nvSpPr>
          <p:cNvPr id="11" name="Text Placeholder 13">
            <a:extLst xmlns:a="http://schemas.openxmlformats.org/drawingml/2006/main">
              <a:ext uri="{FF2B5EF4-FFF2-40B4-BE49-F238E27FC236}">
                <a16:creationId xmlns:a16="http://schemas.microsoft.com/office/drawing/2014/main" id="{713EBDC3-786B-4A3D-9938-FAC4F6DAC7F1}"/>
              </a:ext>
            </a:extLst>
          </p:cNvPr>
          <p:cNvSpPr>
            <a:spLocks xmlns:a="http://schemas.openxmlformats.org/drawingml/2006/main" noGrp="1"/>
          </p:cNvSpPr>
          <p:nvPr>
            <p:ph type="body" idx="13"/>
          </p:nvPr>
        </p:nvSpPr>
        <p:spPr>
          <a:xfrm xmlns:a="http://schemas.openxmlformats.org/drawingml/2006/main">
            <a:off x="6239346" y="2926472"/>
            <a:ext cx="5041271" cy="323165"/>
          </a:xfrm>
          <a:prstGeom xmlns:a="http://schemas.openxmlformats.org/drawingml/2006/main" prst="rect">
            <a:avLst/>
          </a:prstGeom>
        </p:spPr>
        <p:txBody>
          <a:bodyPr xmlns:a="http://schemas.openxmlformats.org/drawingml/2006/main"/>
          <a:lstStyle xmlns:a="http://schemas.openxmlformats.org/drawingml/2006/main">
            <a:lvl1pPr marL="180000" indent="-180000">
              <a:spcBef>
                <a:spcPts val="900"/>
              </a:spcBef>
              <a:buSzPct val="50000"/>
              <a:buFontTx/>
              <a:buNone/>
              <a:defRPr sz="1500" spc="20" baseline="0"/>
            </a:lvl1pPr>
          </a:lstStyle>
          <a:p xmlns:a="http://schemas.openxmlformats.org/drawingml/2006/main">
            <a:pPr lvl="0">
              <a:buNone/>
            </a:pPr>
            <a:endParaRPr/>
          </a:p>
        </p:txBody>
      </p:sp>
      <p:sp>
        <p:nvSpPr>
          <p:cNvPr id="16" name="Espace réservé du numéro de diapositive 6">
            <a:extLst xmlns:a="http://schemas.openxmlformats.org/drawingml/2006/main">
              <a:ext uri="{FF2B5EF4-FFF2-40B4-BE49-F238E27FC236}">
                <a16:creationId xmlns:a16="http://schemas.microsoft.com/office/drawing/2014/main" id="{86667FA1-2289-422F-8547-DB882B381CC7}"/>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7" name="Espace réservé du pied de page 4">
            <a:extLst xmlns:a="http://schemas.openxmlformats.org/drawingml/2006/main">
              <a:ext uri="{FF2B5EF4-FFF2-40B4-BE49-F238E27FC236}">
                <a16:creationId xmlns:a16="http://schemas.microsoft.com/office/drawing/2014/main" id="{C702A9F7-3E66-4CE5-B42A-A94AD35CB5D8}"/>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3" name="Title 1">
            <a:extLst xmlns:a="http://schemas.openxmlformats.org/drawingml/2006/main">
              <a:ext uri="{FF2B5EF4-FFF2-40B4-BE49-F238E27FC236}">
                <a16:creationId xmlns:a16="http://schemas.microsoft.com/office/drawing/2014/main" id="{C7C879BD-4D37-AE0F-6AB2-C36DFC19F680}"/>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6.xml><?xml version="1.0" encoding="utf-8"?>
<p:sldLayout xmlns:p="http://schemas.openxmlformats.org/presentationml/2006/main" showMasterSp="0" preserve="1" userDrawn="1">
  <p:cSld name="Content 9">
    <p:spTree>
      <p:nvGrpSpPr>
        <p:cNvPr id="1" name=""/>
        <p:cNvGrpSpPr/>
        <p:nvPr/>
      </p:nvGrpSpPr>
      <p:grpSpPr>
        <a:xfrm xmlns:a="http://schemas.openxmlformats.org/drawingml/2006/main"/>
      </p:grpSpPr>
      <p:pic>
        <p:nvPicPr>
          <p:cNvPr id="19" name="Image 8"/>
          <p:cNvPicPr>
            <a:picLocks xmlns:a="http://schemas.openxmlformats.org/drawingml/2006/main" noChangeAspect="1"/>
          </p:cNvPicPr>
          <p:nvPr/>
        </p:nvPicPr>
        <p:blipFill>
          <a:blip xmlns:r="http://schemas.openxmlformats.org/officeDocument/2006/relationships" xmlns:a="http://schemas.openxmlformats.org/drawingml/2006/main" r:embed="R8dcf9a9c645a4180"/>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DD7ACEAB-07F1-48B3-99E5-423031954534}"/>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BCFCF277-66D0-46F6-B18E-0B37F27CA7D5}"/>
              </a:ext>
            </a:extLst>
          </p:cNvPr>
          <p:cNvSpPr>
            <a:spLocks xmlns:a="http://schemas.openxmlformats.org/drawingml/2006/main" noGrp="1"/>
          </p:cNvSpPr>
          <p:nvPr>
            <p:ph type="body" idx="11"/>
          </p:nvPr>
        </p:nvSpPr>
        <p:spPr>
          <a:xfrm xmlns:a="http://schemas.openxmlformats.org/drawingml/2006/main">
            <a:off x="868898" y="1548391"/>
            <a:ext cx="10411720" cy="333425"/>
          </a:xfrm>
          <a:prstGeom xmlns:a="http://schemas.openxmlformats.org/drawingml/2006/main" prst="rect">
            <a:avLst/>
          </a:prstGeom>
        </p:spPr>
        <p:txBody>
          <a:bodyPr xmlns:a="http://schemas.openxmlformats.org/drawingml/2006/main"/>
          <a:lstStyle xmlns:a="http://schemas.openxmlformats.org/drawingml/2006/main">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xmlns:a="http://schemas.openxmlformats.org/drawingml/2006/main">
            <a:pPr lvl="0">
              <a:buNone/>
            </a:pPr>
            <a:endParaRPr/>
          </a:p>
        </p:txBody>
      </p:sp>
      <p:sp>
        <p:nvSpPr>
          <p:cNvPr id="9" name="Text Placeholder 13">
            <a:extLst xmlns:a="http://schemas.openxmlformats.org/drawingml/2006/main">
              <a:ext uri="{FF2B5EF4-FFF2-40B4-BE49-F238E27FC236}">
                <a16:creationId xmlns:a16="http://schemas.microsoft.com/office/drawing/2014/main" id="{D99B2560-5A2F-461D-B47C-6917B8C240DE}"/>
              </a:ext>
            </a:extLst>
          </p:cNvPr>
          <p:cNvSpPr>
            <a:spLocks xmlns:a="http://schemas.openxmlformats.org/drawingml/2006/main" noGrp="1"/>
          </p:cNvSpPr>
          <p:nvPr>
            <p:ph type="body" idx="12"/>
          </p:nvPr>
        </p:nvSpPr>
        <p:spPr>
          <a:xfrm xmlns:a="http://schemas.openxmlformats.org/drawingml/2006/main">
            <a:off x="868898" y="3107315"/>
            <a:ext cx="10404100" cy="323165"/>
          </a:xfrm>
          <a:prstGeom xmlns:a="http://schemas.openxmlformats.org/drawingml/2006/main" prst="rect">
            <a:avLst/>
          </a:prstGeom>
        </p:spPr>
        <p:txBody>
          <a:bodyPr xmlns:a="http://schemas.openxmlformats.org/drawingml/2006/main"/>
          <a:lstStyle xmlns:a="http://schemas.openxmlformats.org/drawingml/2006/main">
            <a:lvl1pPr marL="0" indent="0">
              <a:lnSpc>
                <a:spcPct val="100000"/>
              </a:lnSpc>
              <a:spcBef>
                <a:spcPts val="700"/>
              </a:spcBef>
              <a:buSzPct val="50000"/>
              <a:buFontTx/>
              <a:buNone/>
              <a:defRPr sz="1500" spc="50" baseline="0">
                <a:solidFill>
                  <a:schemeClr val="accent3"/>
                </a:solidFill>
                <a:latin typeface="+mn-lt"/>
                <a:ea typeface="+mn-lt"/>
                <a:cs typeface="+mn-lt"/>
              </a:defRPr>
            </a:lvl1pPr>
          </a:lstStyle>
          <a:p xmlns:a="http://schemas.openxmlformats.org/drawingml/2006/main">
            <a:pPr marR="0" algn="l">
              <a:buNone/>
            </a:pPr>
            <a:endParaRPr/>
          </a:p>
        </p:txBody>
      </p:sp>
      <p:sp>
        <p:nvSpPr>
          <p:cNvPr id="11" name="Text Placeholder 13">
            <a:extLst xmlns:a="http://schemas.openxmlformats.org/drawingml/2006/main">
              <a:ext uri="{FF2B5EF4-FFF2-40B4-BE49-F238E27FC236}">
                <a16:creationId xmlns:a16="http://schemas.microsoft.com/office/drawing/2014/main" id="{713EBDC3-786B-4A3D-9938-FAC4F6DAC7F1}"/>
              </a:ext>
            </a:extLst>
          </p:cNvPr>
          <p:cNvSpPr>
            <a:spLocks xmlns:a="http://schemas.openxmlformats.org/drawingml/2006/main" noGrp="1"/>
          </p:cNvSpPr>
          <p:nvPr>
            <p:ph type="body" idx="13"/>
          </p:nvPr>
        </p:nvSpPr>
        <p:spPr>
          <a:xfrm xmlns:a="http://schemas.openxmlformats.org/drawingml/2006/main">
            <a:off x="868898" y="4444990"/>
            <a:ext cx="10404100" cy="1068570"/>
          </a:xfrm>
          <a:prstGeom xmlns:a="http://schemas.openxmlformats.org/drawingml/2006/main" prst="rect">
            <a:avLst/>
          </a:prstGeom>
        </p:spPr>
        <p:txBody>
          <a:bodyPr xmlns:a="http://schemas.openxmlformats.org/drawingml/2006/main"/>
          <a:lstStyle xmlns:a="http://schemas.openxmlformats.org/drawingml/2006/main">
            <a:lvl1pPr marL="180000" indent="-180000">
              <a:spcBef>
                <a:spcPts val="900"/>
              </a:spcBef>
              <a:buSzPct val="50000"/>
              <a:buFontTx/>
              <a:buNone/>
              <a:defRPr sz="1500" spc="20" baseline="0"/>
            </a:lvl1pPr>
          </a:lstStyle>
          <a:p xmlns:a="http://schemas.openxmlformats.org/drawingml/2006/main">
            <a:pPr lvl="0">
              <a:buNone/>
            </a:pPr>
            <a:endParaRPr/>
          </a:p>
        </p:txBody>
      </p:sp>
      <p:sp>
        <p:nvSpPr>
          <p:cNvPr id="16" name="Espace réservé du numéro de diapositive 6">
            <a:extLst xmlns:a="http://schemas.openxmlformats.org/drawingml/2006/main">
              <a:ext uri="{FF2B5EF4-FFF2-40B4-BE49-F238E27FC236}">
                <a16:creationId xmlns:a16="http://schemas.microsoft.com/office/drawing/2014/main" id="{2A7483D2-1A51-44AA-99F0-B319C94132E1}"/>
              </a:ext>
            </a:extLst>
          </p:cNvPr>
          <p:cNvSpPr>
            <a:spLocks xmlns:a="http://schemas.openxmlformats.org/drawingml/2006/main" noGrp="1"/>
          </p:cNvSpPr>
          <p:nvPr>
            <p:ph type="sldNum" idx="4"/>
          </p:nvPr>
        </p:nvSpPr>
        <p:spPr>
          <a:xfrm xmlns:a="http://schemas.openxmlformats.org/drawingml/2006/main">
            <a:off x="11662664" y="6397470"/>
            <a:ext cx="367408"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7" name="Espace réservé du pied de page 4">
            <a:extLst xmlns:a="http://schemas.openxmlformats.org/drawingml/2006/main">
              <a:ext uri="{FF2B5EF4-FFF2-40B4-BE49-F238E27FC236}">
                <a16:creationId xmlns:a16="http://schemas.microsoft.com/office/drawing/2014/main" id="{9880AD5C-76CE-4D3D-9869-1088134FF8B6}"/>
              </a:ext>
            </a:extLst>
          </p:cNvPr>
          <p:cNvSpPr>
            <a:spLocks xmlns:a="http://schemas.openxmlformats.org/drawingml/2006/main" noGrp="1"/>
          </p:cNvSpPr>
          <p:nvPr>
            <p:ph type="ftr" idx="3"/>
          </p:nvPr>
        </p:nvSpPr>
        <p:spPr>
          <a:xfrm xmlns:a="http://schemas.openxmlformats.org/drawingml/2006/main">
            <a:off x="8844944" y="6397471"/>
            <a:ext cx="2938625"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3" name="Title 1">
            <a:extLst xmlns:a="http://schemas.openxmlformats.org/drawingml/2006/main">
              <a:ext uri="{FF2B5EF4-FFF2-40B4-BE49-F238E27FC236}">
                <a16:creationId xmlns:a16="http://schemas.microsoft.com/office/drawing/2014/main" id="{8B165AB2-2D41-41F4-12DD-EEDFC0123A2A}"/>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7.xml><?xml version="1.0" encoding="utf-8"?>
<p:sldLayout xmlns:p="http://schemas.openxmlformats.org/presentationml/2006/main" showMasterSp="0" preserve="1" userDrawn="1">
  <p:cSld name="Content 10">
    <p:spTree>
      <p:nvGrpSpPr>
        <p:cNvPr id="1" name=""/>
        <p:cNvGrpSpPr/>
        <p:nvPr/>
      </p:nvGrpSpPr>
      <p:grpSpPr>
        <a:xfrm xmlns:a="http://schemas.openxmlformats.org/drawingml/2006/main"/>
      </p:grpSpPr>
      <p:pic>
        <p:nvPicPr>
          <p:cNvPr id="25" name="Image 8"/>
          <p:cNvPicPr>
            <a:picLocks xmlns:a="http://schemas.openxmlformats.org/drawingml/2006/main" noChangeAspect="1"/>
          </p:cNvPicPr>
          <p:nvPr/>
        </p:nvPicPr>
        <p:blipFill>
          <a:blip xmlns:r="http://schemas.openxmlformats.org/officeDocument/2006/relationships" xmlns:a="http://schemas.openxmlformats.org/drawingml/2006/main" r:embed="Rf581c2b806914f19"/>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7C810F6E-24FF-4621-BE46-FB78D17509CA}"/>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Espace réservé du numéro de diapositive 6">
            <a:extLst xmlns:a="http://schemas.openxmlformats.org/drawingml/2006/main">
              <a:ext uri="{FF2B5EF4-FFF2-40B4-BE49-F238E27FC236}">
                <a16:creationId xmlns:a16="http://schemas.microsoft.com/office/drawing/2014/main" id="{771DAF3A-3448-42E1-A54E-69C43468EF33}"/>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23" name="Espace réservé du pied de page 4">
            <a:extLst xmlns:a="http://schemas.openxmlformats.org/drawingml/2006/main">
              <a:ext uri="{FF2B5EF4-FFF2-40B4-BE49-F238E27FC236}">
                <a16:creationId xmlns:a16="http://schemas.microsoft.com/office/drawing/2014/main" id="{9CBE67CA-84F4-45FA-800F-EBEB6707D7E3}"/>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7" name="Title 1">
            <a:extLst xmlns:a="http://schemas.openxmlformats.org/drawingml/2006/main">
              <a:ext uri="{FF2B5EF4-FFF2-40B4-BE49-F238E27FC236}">
                <a16:creationId xmlns:a16="http://schemas.microsoft.com/office/drawing/2014/main" id="{E3A914F7-A980-DC31-95F8-14CC51720A08}"/>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8.xml><?xml version="1.0" encoding="utf-8"?>
<p:sldLayout xmlns:p="http://schemas.openxmlformats.org/presentationml/2006/main" showMasterSp="0" preserve="1" userDrawn="1">
  <p:cSld name="Content 11">
    <p:spTree>
      <p:nvGrpSpPr>
        <p:cNvPr id="1" name=""/>
        <p:cNvGrpSpPr/>
        <p:nvPr/>
      </p:nvGrpSpPr>
      <p:grpSpPr>
        <a:xfrm xmlns:a="http://schemas.openxmlformats.org/drawingml/2006/main"/>
      </p:grpSpPr>
      <p:pic>
        <p:nvPicPr>
          <p:cNvPr id="26" name="Image 8"/>
          <p:cNvPicPr>
            <a:picLocks xmlns:a="http://schemas.openxmlformats.org/drawingml/2006/main" noChangeAspect="1"/>
          </p:cNvPicPr>
          <p:nvPr/>
        </p:nvPicPr>
        <p:blipFill>
          <a:blip xmlns:r="http://schemas.openxmlformats.org/officeDocument/2006/relationships" xmlns:a="http://schemas.openxmlformats.org/drawingml/2006/main" r:embed="R931045c6b3f54299"/>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7E2C10B3-F7FE-4BF9-8300-E022152C12B9}"/>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Text Placeholder 13">
            <a:extLst xmlns:a="http://schemas.openxmlformats.org/drawingml/2006/main">
              <a:ext uri="{FF2B5EF4-FFF2-40B4-BE49-F238E27FC236}">
                <a16:creationId xmlns:a16="http://schemas.microsoft.com/office/drawing/2014/main" id="{7021FC4C-3EF8-47A7-B0F9-8C0C9A27AA44}"/>
              </a:ext>
            </a:extLst>
          </p:cNvPr>
          <p:cNvSpPr>
            <a:spLocks xmlns:a="http://schemas.openxmlformats.org/drawingml/2006/main" noGrp="1"/>
          </p:cNvSpPr>
          <p:nvPr>
            <p:ph type="body" idx="12"/>
          </p:nvPr>
        </p:nvSpPr>
        <p:spPr>
          <a:xfrm xmlns:a="http://schemas.openxmlformats.org/drawingml/2006/main">
            <a:off x="587016" y="4730119"/>
            <a:ext cx="4001632" cy="333425"/>
          </a:xfrm>
          <a:prstGeom xmlns:a="http://schemas.openxmlformats.org/drawingml/2006/main" prst="rect">
            <a:avLst/>
          </a:prstGeom>
        </p:spPr>
        <p:txBody>
          <a:bodyPr xmlns:a="http://schemas.openxmlformats.org/drawingml/2006/main"/>
          <a:lstStyle xmlns:a="http://schemas.openxmlformats.org/drawingml/2006/main">
            <a:lvl1pPr marL="0" indent="0" algn="r">
              <a:lnSpc>
                <a:spcPct val="110000"/>
              </a:lnSpc>
              <a:buSzPct val="50000"/>
              <a:buFontTx/>
              <a:buNone/>
              <a:defRPr sz="1500" spc="20" baseline="0">
                <a:solidFill>
                  <a:schemeClr val="accent2"/>
                </a:solidFill>
                <a:latin typeface="+mj-lt"/>
                <a:ea typeface="+mj-lt"/>
                <a:cs typeface="+mj-lt"/>
              </a:defRPr>
            </a:lvl1pPr>
          </a:lstStyle>
          <a:p xmlns:a="http://schemas.openxmlformats.org/drawingml/2006/main">
            <a:pPr lvl="0">
              <a:buNone/>
            </a:pPr>
            <a:endParaRPr/>
          </a:p>
        </p:txBody>
      </p:sp>
      <p:sp>
        <p:nvSpPr>
          <p:cNvPr id="11" name="Picture Placeholder 10">
            <a:extLst xmlns:a="http://schemas.openxmlformats.org/drawingml/2006/main">
              <a:ext uri="{FF2B5EF4-FFF2-40B4-BE49-F238E27FC236}">
                <a16:creationId xmlns:a16="http://schemas.microsoft.com/office/drawing/2014/main" id="{391CB0C2-ED75-4C6A-9B96-53BA9700F56F}"/>
              </a:ext>
            </a:extLst>
          </p:cNvPr>
          <p:cNvSpPr>
            <a:spLocks xmlns:a="http://schemas.openxmlformats.org/drawingml/2006/main" noGrp="1"/>
          </p:cNvSpPr>
          <p:nvPr>
            <p:ph type="pic" idx="13"/>
          </p:nvPr>
        </p:nvSpPr>
        <p:spPr>
          <a:xfrm xmlns:a="http://schemas.openxmlformats.org/drawingml/2006/main">
            <a:off x="5257800" y="1778000"/>
            <a:ext cx="6934200" cy="3695700"/>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16" name="Text Placeholder 13">
            <a:extLst xmlns:a="http://schemas.openxmlformats.org/drawingml/2006/main">
              <a:ext uri="{FF2B5EF4-FFF2-40B4-BE49-F238E27FC236}">
                <a16:creationId xmlns:a16="http://schemas.microsoft.com/office/drawing/2014/main" id="{5D3DCAAA-A93C-40C4-92A4-4429142635A8}"/>
              </a:ext>
            </a:extLst>
          </p:cNvPr>
          <p:cNvSpPr>
            <a:spLocks xmlns:a="http://schemas.openxmlformats.org/drawingml/2006/main" noGrp="1"/>
          </p:cNvSpPr>
          <p:nvPr>
            <p:ph type="body" idx="11"/>
          </p:nvPr>
        </p:nvSpPr>
        <p:spPr>
          <a:xfrm xmlns:a="http://schemas.openxmlformats.org/drawingml/2006/main">
            <a:off x="273112" y="1688399"/>
            <a:ext cx="4930022" cy="323165"/>
          </a:xfrm>
          <a:prstGeom xmlns:a="http://schemas.openxmlformats.org/drawingml/2006/main" prst="rect">
            <a:avLst/>
          </a:prstGeom>
        </p:spPr>
        <p:txBody>
          <a:bodyPr xmlns:a="http://schemas.openxmlformats.org/drawingml/2006/main"/>
          <a:lstStyle xmlns:a="http://schemas.openxmlformats.org/drawingml/2006/main">
            <a:lvl1pPr marL="180000" indent="-180000">
              <a:buSzPct val="50000"/>
              <a:buFontTx/>
              <a:buNone/>
              <a:defRPr sz="1500" spc="20" baseline="0"/>
            </a:lvl1pPr>
          </a:lstStyle>
          <a:p xmlns:a="http://schemas.openxmlformats.org/drawingml/2006/main">
            <a:pPr lvl="0">
              <a:buNone/>
            </a:pPr>
            <a:endParaRPr/>
          </a:p>
        </p:txBody>
      </p:sp>
      <p:sp>
        <p:nvSpPr>
          <p:cNvPr id="15" name="Espace réservé du numéro de diapositive 6">
            <a:extLst xmlns:a="http://schemas.openxmlformats.org/drawingml/2006/main">
              <a:ext uri="{FF2B5EF4-FFF2-40B4-BE49-F238E27FC236}">
                <a16:creationId xmlns:a16="http://schemas.microsoft.com/office/drawing/2014/main" id="{B7E15896-7CD1-4C20-A6D3-1FEC18104D22}"/>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7" name="Espace réservé du pied de page 4">
            <a:extLst xmlns:a="http://schemas.openxmlformats.org/drawingml/2006/main">
              <a:ext uri="{FF2B5EF4-FFF2-40B4-BE49-F238E27FC236}">
                <a16:creationId xmlns:a16="http://schemas.microsoft.com/office/drawing/2014/main" id="{34AB3FA3-D038-41F0-9209-BABA17251D0B}"/>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3" name="Title 1">
            <a:extLst xmlns:a="http://schemas.openxmlformats.org/drawingml/2006/main">
              <a:ext uri="{FF2B5EF4-FFF2-40B4-BE49-F238E27FC236}">
                <a16:creationId xmlns:a16="http://schemas.microsoft.com/office/drawing/2014/main" id="{1061D6AD-9329-A862-B27C-C1F1399EF846}"/>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19.xml><?xml version="1.0" encoding="utf-8"?>
<p:sldLayout xmlns:p="http://schemas.openxmlformats.org/presentationml/2006/main" showMasterSp="0" preserve="1" userDrawn="1">
  <p:cSld name="Content 12">
    <p:spTree>
      <p:nvGrpSpPr>
        <p:cNvPr id="1" name=""/>
        <p:cNvGrpSpPr/>
        <p:nvPr/>
      </p:nvGrpSpPr>
      <p:grpSpPr>
        <a:xfrm xmlns:a="http://schemas.openxmlformats.org/drawingml/2006/main"/>
      </p:grpSpPr>
      <p:pic>
        <p:nvPicPr>
          <p:cNvPr id="25" name="Image 8"/>
          <p:cNvPicPr>
            <a:picLocks xmlns:a="http://schemas.openxmlformats.org/drawingml/2006/main" noChangeAspect="1"/>
          </p:cNvPicPr>
          <p:nvPr/>
        </p:nvPicPr>
        <p:blipFill>
          <a:blip xmlns:r="http://schemas.openxmlformats.org/officeDocument/2006/relationships" xmlns:a="http://schemas.openxmlformats.org/drawingml/2006/main" r:embed="Rb3f5d26579624754"/>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4CCCEAAD-F36A-473A-9C4E-EB3450A94765}"/>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Picture Placeholder 5">
            <a:extLst xmlns:a="http://schemas.openxmlformats.org/drawingml/2006/main">
              <a:ext uri="{FF2B5EF4-FFF2-40B4-BE49-F238E27FC236}">
                <a16:creationId xmlns:a16="http://schemas.microsoft.com/office/drawing/2014/main" id="{A767B2DF-8516-41AD-A2E6-C8966748C170}"/>
              </a:ext>
            </a:extLst>
          </p:cNvPr>
          <p:cNvSpPr>
            <a:spLocks xmlns:a="http://schemas.openxmlformats.org/drawingml/2006/main" noGrp="1"/>
          </p:cNvSpPr>
          <p:nvPr>
            <p:ph type="pic" idx="11"/>
          </p:nvPr>
        </p:nvSpPr>
        <p:spPr>
          <a:xfrm xmlns:a="http://schemas.openxmlformats.org/drawingml/2006/main">
            <a:off x="0" y="1816100"/>
            <a:ext cx="2730500" cy="1879600"/>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8" name="Text Placeholder 7">
            <a:extLst xmlns:a="http://schemas.openxmlformats.org/drawingml/2006/main">
              <a:ext uri="{FF2B5EF4-FFF2-40B4-BE49-F238E27FC236}">
                <a16:creationId xmlns:a16="http://schemas.microsoft.com/office/drawing/2014/main" id="{9C7C5EC6-5662-4A54-9A68-1564F6FDFBDA}"/>
              </a:ext>
            </a:extLst>
          </p:cNvPr>
          <p:cNvSpPr>
            <a:spLocks xmlns:a="http://schemas.openxmlformats.org/drawingml/2006/main" noGrp="1"/>
          </p:cNvSpPr>
          <p:nvPr>
            <p:ph type="body" idx="12"/>
          </p:nvPr>
        </p:nvSpPr>
        <p:spPr>
          <a:xfrm xmlns:a="http://schemas.openxmlformats.org/drawingml/2006/main">
            <a:off x="2788248" y="1816100"/>
            <a:ext cx="2481263"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a:solidFill>
                  <a:schemeClr val="accent2"/>
                </a:solidFill>
              </a:defRPr>
            </a:lvl1pPr>
          </a:lstStyle>
          <a:p xmlns:a="http://schemas.openxmlformats.org/drawingml/2006/main">
            <a:pPr lvl="0">
              <a:buNone/>
            </a:pPr>
            <a:endParaRPr/>
          </a:p>
        </p:txBody>
      </p:sp>
      <p:sp>
        <p:nvSpPr>
          <p:cNvPr id="14" name="Picture Placeholder 5">
            <a:extLst xmlns:a="http://schemas.openxmlformats.org/drawingml/2006/main">
              <a:ext uri="{FF2B5EF4-FFF2-40B4-BE49-F238E27FC236}">
                <a16:creationId xmlns:a16="http://schemas.microsoft.com/office/drawing/2014/main" id="{24B10E49-7964-4120-AA7D-25843D20CF76}"/>
              </a:ext>
            </a:extLst>
          </p:cNvPr>
          <p:cNvSpPr>
            <a:spLocks xmlns:a="http://schemas.openxmlformats.org/drawingml/2006/main" noGrp="1"/>
          </p:cNvSpPr>
          <p:nvPr>
            <p:ph type="pic" idx="13"/>
          </p:nvPr>
        </p:nvSpPr>
        <p:spPr>
          <a:xfrm xmlns:a="http://schemas.openxmlformats.org/drawingml/2006/main">
            <a:off x="0" y="4022241"/>
            <a:ext cx="2730500" cy="1927709"/>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15" name="Text Placeholder 7">
            <a:extLst xmlns:a="http://schemas.openxmlformats.org/drawingml/2006/main">
              <a:ext uri="{FF2B5EF4-FFF2-40B4-BE49-F238E27FC236}">
                <a16:creationId xmlns:a16="http://schemas.microsoft.com/office/drawing/2014/main" id="{8F762E47-68E9-45F4-B567-BD27F5D6FEE9}"/>
              </a:ext>
            </a:extLst>
          </p:cNvPr>
          <p:cNvSpPr>
            <a:spLocks xmlns:a="http://schemas.openxmlformats.org/drawingml/2006/main" noGrp="1"/>
          </p:cNvSpPr>
          <p:nvPr>
            <p:ph type="body" idx="14"/>
          </p:nvPr>
        </p:nvSpPr>
        <p:spPr>
          <a:xfrm xmlns:a="http://schemas.openxmlformats.org/drawingml/2006/main">
            <a:off x="2788248" y="4053991"/>
            <a:ext cx="2481263"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a:solidFill>
                  <a:schemeClr val="accent2"/>
                </a:solidFill>
              </a:defRPr>
            </a:lvl1pPr>
          </a:lstStyle>
          <a:p xmlns:a="http://schemas.openxmlformats.org/drawingml/2006/main">
            <a:pPr lvl="0">
              <a:buNone/>
            </a:pPr>
            <a:endParaRPr/>
          </a:p>
        </p:txBody>
      </p:sp>
      <p:sp>
        <p:nvSpPr>
          <p:cNvPr id="17" name="Picture Placeholder 5">
            <a:extLst xmlns:a="http://schemas.openxmlformats.org/drawingml/2006/main">
              <a:ext uri="{FF2B5EF4-FFF2-40B4-BE49-F238E27FC236}">
                <a16:creationId xmlns:a16="http://schemas.microsoft.com/office/drawing/2014/main" id="{75F1522C-91C3-4CA1-B66B-1C8E51AAF23C}"/>
              </a:ext>
            </a:extLst>
          </p:cNvPr>
          <p:cNvSpPr>
            <a:spLocks xmlns:a="http://schemas.openxmlformats.org/drawingml/2006/main" noGrp="1"/>
          </p:cNvSpPr>
          <p:nvPr>
            <p:ph type="pic" idx="15"/>
          </p:nvPr>
        </p:nvSpPr>
        <p:spPr>
          <a:xfrm xmlns:a="http://schemas.openxmlformats.org/drawingml/2006/main">
            <a:off x="6032500" y="1816100"/>
            <a:ext cx="2730500" cy="1879600"/>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18" name="Text Placeholder 7">
            <a:extLst xmlns:a="http://schemas.openxmlformats.org/drawingml/2006/main">
              <a:ext uri="{FF2B5EF4-FFF2-40B4-BE49-F238E27FC236}">
                <a16:creationId xmlns:a16="http://schemas.microsoft.com/office/drawing/2014/main" id="{0F67C9FD-CC5E-44C3-BB14-C145BCB7A23E}"/>
              </a:ext>
            </a:extLst>
          </p:cNvPr>
          <p:cNvSpPr>
            <a:spLocks xmlns:a="http://schemas.openxmlformats.org/drawingml/2006/main" noGrp="1"/>
          </p:cNvSpPr>
          <p:nvPr>
            <p:ph type="body" idx="16"/>
          </p:nvPr>
        </p:nvSpPr>
        <p:spPr>
          <a:xfrm xmlns:a="http://schemas.openxmlformats.org/drawingml/2006/main">
            <a:off x="8820748" y="1816100"/>
            <a:ext cx="2481263"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a:solidFill>
                  <a:schemeClr val="accent2"/>
                </a:solidFill>
              </a:defRPr>
            </a:lvl1pPr>
          </a:lstStyle>
          <a:p xmlns:a="http://schemas.openxmlformats.org/drawingml/2006/main">
            <a:pPr lvl="0">
              <a:buNone/>
            </a:pPr>
            <a:endParaRPr/>
          </a:p>
        </p:txBody>
      </p:sp>
      <p:sp>
        <p:nvSpPr>
          <p:cNvPr id="19" name="Picture Placeholder 5">
            <a:extLst xmlns:a="http://schemas.openxmlformats.org/drawingml/2006/main">
              <a:ext uri="{FF2B5EF4-FFF2-40B4-BE49-F238E27FC236}">
                <a16:creationId xmlns:a16="http://schemas.microsoft.com/office/drawing/2014/main" id="{5DC954CD-90CF-4FBD-ACB5-F4268BEB5C1E}"/>
              </a:ext>
            </a:extLst>
          </p:cNvPr>
          <p:cNvSpPr>
            <a:spLocks xmlns:a="http://schemas.openxmlformats.org/drawingml/2006/main" noGrp="1"/>
          </p:cNvSpPr>
          <p:nvPr>
            <p:ph type="pic" idx="17"/>
          </p:nvPr>
        </p:nvSpPr>
        <p:spPr>
          <a:xfrm xmlns:a="http://schemas.openxmlformats.org/drawingml/2006/main">
            <a:off x="6032500" y="4022241"/>
            <a:ext cx="2730500" cy="1927709"/>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20" name="Text Placeholder 7">
            <a:extLst xmlns:a="http://schemas.openxmlformats.org/drawingml/2006/main">
              <a:ext uri="{FF2B5EF4-FFF2-40B4-BE49-F238E27FC236}">
                <a16:creationId xmlns:a16="http://schemas.microsoft.com/office/drawing/2014/main" id="{F8E535BC-4EC1-4689-8E98-2DD781473DF3}"/>
              </a:ext>
            </a:extLst>
          </p:cNvPr>
          <p:cNvSpPr>
            <a:spLocks xmlns:a="http://schemas.openxmlformats.org/drawingml/2006/main" noGrp="1"/>
          </p:cNvSpPr>
          <p:nvPr>
            <p:ph type="body" idx="18"/>
          </p:nvPr>
        </p:nvSpPr>
        <p:spPr>
          <a:xfrm xmlns:a="http://schemas.openxmlformats.org/drawingml/2006/main">
            <a:off x="8820748" y="4053991"/>
            <a:ext cx="2481263"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a:solidFill>
                  <a:schemeClr val="accent2"/>
                </a:solidFill>
              </a:defRPr>
            </a:lvl1pPr>
          </a:lstStyle>
          <a:p xmlns:a="http://schemas.openxmlformats.org/drawingml/2006/main">
            <a:pPr lvl="0">
              <a:buNone/>
            </a:pPr>
            <a:endParaRPr/>
          </a:p>
        </p:txBody>
      </p:sp>
      <p:sp>
        <p:nvSpPr>
          <p:cNvPr id="22" name="Espace réservé du numéro de diapositive 6">
            <a:extLst xmlns:a="http://schemas.openxmlformats.org/drawingml/2006/main">
              <a:ext uri="{FF2B5EF4-FFF2-40B4-BE49-F238E27FC236}">
                <a16:creationId xmlns:a16="http://schemas.microsoft.com/office/drawing/2014/main" id="{EA5FEC26-F4C1-4DBB-9452-9B3788CF23CA}"/>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23" name="Espace réservé du pied de page 4">
            <a:extLst xmlns:a="http://schemas.openxmlformats.org/drawingml/2006/main">
              <a:ext uri="{FF2B5EF4-FFF2-40B4-BE49-F238E27FC236}">
                <a16:creationId xmlns:a16="http://schemas.microsoft.com/office/drawing/2014/main" id="{7FB35642-6C22-4A61-BA4A-BCD0D3D8C7F3}"/>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6" name="Title 1">
            <a:extLst xmlns:a="http://schemas.openxmlformats.org/drawingml/2006/main">
              <a:ext uri="{FF2B5EF4-FFF2-40B4-BE49-F238E27FC236}">
                <a16:creationId xmlns:a16="http://schemas.microsoft.com/office/drawing/2014/main" id="{22DE1D89-8EA5-D42D-EA36-E52A58CF33D0}"/>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20.xml><?xml version="1.0" encoding="utf-8"?>
<p:sldLayout xmlns:p="http://schemas.openxmlformats.org/presentationml/2006/main" showMasterSp="0" preserve="1" userDrawn="1">
  <p:cSld name="Content 13">
    <p:spTree>
      <p:nvGrpSpPr>
        <p:cNvPr id="1" name=""/>
        <p:cNvGrpSpPr/>
        <p:nvPr/>
      </p:nvGrpSpPr>
      <p:grpSpPr>
        <a:xfrm xmlns:a="http://schemas.openxmlformats.org/drawingml/2006/main"/>
      </p:grpSpPr>
      <p:pic>
        <p:nvPicPr>
          <p:cNvPr id="32" name="Image 8"/>
          <p:cNvPicPr>
            <a:picLocks xmlns:a="http://schemas.openxmlformats.org/drawingml/2006/main" noChangeAspect="1"/>
          </p:cNvPicPr>
          <p:nvPr/>
        </p:nvPicPr>
        <p:blipFill>
          <a:blip xmlns:r="http://schemas.openxmlformats.org/officeDocument/2006/relationships" xmlns:a="http://schemas.openxmlformats.org/drawingml/2006/main" r:embed="Re6191ba75a414e3d"/>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2" name="Straight Connector 11">
            <a:extLst xmlns:a="http://schemas.openxmlformats.org/drawingml/2006/main">
              <a:ext uri="{FF2B5EF4-FFF2-40B4-BE49-F238E27FC236}">
                <a16:creationId xmlns:a16="http://schemas.microsoft.com/office/drawing/2014/main" id="{F2506900-91E7-4EE9-AD08-518226FD3415}"/>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Espace réservé du numéro de diapositive 6">
            <a:extLst xmlns:a="http://schemas.openxmlformats.org/drawingml/2006/main">
              <a:ext uri="{FF2B5EF4-FFF2-40B4-BE49-F238E27FC236}">
                <a16:creationId xmlns:a16="http://schemas.microsoft.com/office/drawing/2014/main" id="{771DAF3A-3448-42E1-A54E-69C43468EF33}"/>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23" name="Espace réservé du pied de page 4">
            <a:extLst xmlns:a="http://schemas.openxmlformats.org/drawingml/2006/main">
              <a:ext uri="{FF2B5EF4-FFF2-40B4-BE49-F238E27FC236}">
                <a16:creationId xmlns:a16="http://schemas.microsoft.com/office/drawing/2014/main" id="{9CBE67CA-84F4-45FA-800F-EBEB6707D7E3}"/>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graphicFrame>
        <p:nvGraphicFramePr>
          <p:cNvPr id="36" name="Table 25"/>
          <p:cNvGraphicFramePr/>
          <p:nvPr/>
        </p:nvGraphicFramePr>
        <p:xfrm>
          <a:off xmlns:a="http://schemas.openxmlformats.org/drawingml/2006/main" x="-6350" y="1447344"/>
          <a:ext xmlns:a="http://schemas.openxmlformats.org/drawingml/2006/main" cx="11601512" cy="4546904"/>
        </p:xfrm>
        <a:graphic xmlns:a="http://schemas.openxmlformats.org/drawingml/2006/main">
          <a:graphicData uri="http://schemas.openxmlformats.org/drawingml/2006/table">
            <a:tbl>
              <a:tblPr firstRow="1" bandRow="1">
                <a:tableStyleId>{5C22544A-7EE6-4342-B048-85BDC9FD1C3A}</a:tableStyleId>
              </a:tblPr>
              <a:tblGrid>
                <a:gridCol w="885371"/>
                <a:gridCol w="4848679"/>
                <a:gridCol w="152400"/>
                <a:gridCol w="5715062"/>
              </a:tblGrid>
              <a:tr h="648766">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gridSpan="3">
                  <a:txBody>
                    <a:bodyPr/>
                    <a:lstStyle/>
                    <a:p>
                      <a:endParaRPr sz="1500" b="0" cap="all" baseline="0">
                        <a:solidFill>
                          <a:schemeClr val="tx2"/>
                        </a:solidFill>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hMerge="1">
                  <a:txBody>
                    <a:bodyPr/>
                    <a:lstStyle/>
                    <a:p>
                      <a:endParaRPr sz="100"/>
                    </a:p>
                  </a:txBody>
                  <a:tcPr marL="0" marR="0" marT="0" marB="0">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c hMerge="1">
                  <a:txBody>
                    <a:bodyPr/>
                    <a:lstStyle/>
                    <a:p>
                      <a:endParaRPr/>
                    </a:p>
                  </a:txBody>
                  <a:tcPr>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r>
              <a:tr h="545374">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marL="540000" algn="l" defTabSz="914400">
                        <a:buNone/>
                      </a:pPr>
                      <a:endParaRPr sz="1800" kern="1200">
                        <a:solidFill>
                          <a:schemeClr val="bg1"/>
                        </a:solidFill>
                        <a:latin typeface="+mj-lt"/>
                        <a:ea typeface="+mj-lt"/>
                        <a:cs typeface="+mj-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tr>
              <a:tr h="120726">
                <a:tc>
                  <a:txBody>
                    <a:bodyPr/>
                    <a:lstStyle/>
                    <a:p>
                      <a:endParaRPr sz="100"/>
                    </a:p>
                  </a:txBody>
                  <a:tcPr marL="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a:buNone/>
                      </a:pPr>
                      <a:endParaRPr sz="100" b="0" baseline="0">
                        <a:solidFill>
                          <a:schemeClr val="bg1"/>
                        </a:solidFill>
                        <a:latin typeface="+mn-lt"/>
                        <a:ea typeface="+mn-lt"/>
                        <a:cs typeface="+mn-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sz="100">
                        <a:solidFill>
                          <a:schemeClr val="bg1"/>
                        </a:solidFill>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612000" algn="l" defTabSz="914400">
                        <a:buNone/>
                      </a:pPr>
                      <a:endParaRPr sz="100" b="0" i="0" u="none" kern="1200" baseline="0">
                        <a:solidFill>
                          <a:schemeClr val="bg1"/>
                        </a:solidFill>
                        <a:latin typeface="+mn-lt"/>
                        <a:ea typeface="+mn-lt"/>
                        <a:cs typeface="+mn-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tr>
              <a:tr h="996990">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a:buNone/>
                      </a:pPr>
                      <a:endParaRPr sz="100" b="0" baseline="0">
                        <a:solidFill>
                          <a:schemeClr val="bg1"/>
                        </a:solidFill>
                        <a:latin typeface="+mn-lt"/>
                        <a:ea typeface="+mn-lt"/>
                        <a:cs typeface="+mn-lt"/>
                      </a:endParaRPr>
                    </a:p>
                  </a:txBody>
                  <a:tcPr marL="9000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612000" algn="l" defTabSz="914400">
                        <a:buNone/>
                      </a:pPr>
                      <a:endParaRPr sz="1800" b="0" i="0" u="none" kern="1200" baseline="0">
                        <a:solidFill>
                          <a:schemeClr val="bg1"/>
                        </a:solidFill>
                        <a:latin typeface="+mn-lt"/>
                        <a:ea typeface="+mn-lt"/>
                        <a:cs typeface="+mn-lt"/>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tr>
              <a:tr h="684000">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gridSpan="3">
                  <a:txBody>
                    <a:bodyPr/>
                    <a:lstStyle/>
                    <a:p>
                      <a:pPr marL="0" algn="l" defTabSz="914400">
                        <a:buNone/>
                      </a:pPr>
                      <a:endParaRPr sz="1500" b="0" kern="1200" cap="all" baseline="0">
                        <a:solidFill>
                          <a:srgbClr val="003F57"/>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hMerge="1">
                  <a:txBody>
                    <a:bodyPr/>
                    <a:lstStyle/>
                    <a:p>
                      <a:endParaRPr sz="100"/>
                    </a:p>
                  </a:txBody>
                  <a:tcPr marL="0" marR="0" marT="0" marB="0">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c hMerge="1">
                  <a:txBody>
                    <a:bodyPr/>
                    <a:lstStyle/>
                    <a:p>
                      <a:endParaRPr/>
                    </a:p>
                  </a:txBody>
                  <a:tcPr>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r>
              <a:tr h="545374">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tr>
              <a:tr h="120726">
                <a:tc>
                  <a:txBody>
                    <a:bodyPr/>
                    <a:lstStyle/>
                    <a:p>
                      <a:endParaRPr sz="100"/>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00" b="0" i="0" u="none" kern="1200" baseline="0">
                        <a:solidFill>
                          <a:schemeClr val="bg1"/>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00" b="0" i="0" u="none" kern="1200" baseline="0">
                        <a:solidFill>
                          <a:schemeClr val="bg1"/>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tr>
              <a:tr h="884948">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800" b="0" i="0" u="none" kern="1200" baseline="0">
                        <a:solidFill>
                          <a:schemeClr val="bg1"/>
                        </a:solidFill>
                        <a:latin typeface="+mn-lt"/>
                        <a:ea typeface="+mn-lt"/>
                        <a:cs typeface="+mn-lt"/>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b="0" i="0" u="none" kern="1200" baseline="0">
                        <a:solidFill>
                          <a:schemeClr val="bg1"/>
                        </a:solidFill>
                        <a:latin typeface="+mn-lt"/>
                        <a:ea typeface="+mn-lt"/>
                        <a:cs typeface="+mn-lt"/>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tr>
            </a:tbl>
          </a:graphicData>
        </a:graphic>
      </p:graphicFrame>
      <p:sp>
        <p:nvSpPr>
          <p:cNvPr id="13" name="Espace réservé du texte 5">
            <a:extLst xmlns:a="http://schemas.openxmlformats.org/drawingml/2006/main">
              <a:ext uri="{FF2B5EF4-FFF2-40B4-BE49-F238E27FC236}">
                <a16:creationId xmlns:a16="http://schemas.microsoft.com/office/drawing/2014/main" id="{DE99399C-3B77-411E-AA70-B29ADBD392FE}"/>
              </a:ext>
            </a:extLst>
          </p:cNvPr>
          <p:cNvSpPr>
            <a:spLocks xmlns:a="http://schemas.openxmlformats.org/drawingml/2006/main" noGrp="1"/>
          </p:cNvSpPr>
          <p:nvPr>
            <p:ph type="body" idx="24"/>
          </p:nvPr>
        </p:nvSpPr>
        <p:spPr>
          <a:xfrm xmlns:a="http://schemas.openxmlformats.org/drawingml/2006/main">
            <a:off x="867125" y="3937329"/>
            <a:ext cx="4822475"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cap="all" baseline="0">
                <a:solidFill>
                  <a:schemeClr val="tx2"/>
                </a:solidFill>
              </a:defRPr>
            </a:lvl1pPr>
          </a:lstStyle>
          <a:p xmlns:a="http://schemas.openxmlformats.org/drawingml/2006/main">
            <a:pPr lvl="0">
              <a:buNone/>
            </a:pPr>
            <a:endParaRPr/>
          </a:p>
        </p:txBody>
      </p:sp>
      <p:sp>
        <p:nvSpPr>
          <p:cNvPr id="15" name="Espace réservé du texte 5">
            <a:extLst xmlns:a="http://schemas.openxmlformats.org/drawingml/2006/main">
              <a:ext uri="{FF2B5EF4-FFF2-40B4-BE49-F238E27FC236}">
                <a16:creationId xmlns:a16="http://schemas.microsoft.com/office/drawing/2014/main" id="{8C855A71-B096-407C-8874-B3380D1DD3C8}"/>
              </a:ext>
            </a:extLst>
          </p:cNvPr>
          <p:cNvSpPr>
            <a:spLocks xmlns:a="http://schemas.openxmlformats.org/drawingml/2006/main" noGrp="1"/>
          </p:cNvSpPr>
          <p:nvPr>
            <p:ph type="body" idx="26"/>
          </p:nvPr>
        </p:nvSpPr>
        <p:spPr>
          <a:xfrm xmlns:a="http://schemas.openxmlformats.org/drawingml/2006/main">
            <a:off x="6428514" y="2185097"/>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j-lt"/>
                <a:ea typeface="+mj-lt"/>
                <a:cs typeface="+mj-lt"/>
              </a:defRPr>
            </a:lvl1pPr>
          </a:lstStyle>
          <a:p xmlns:a="http://schemas.openxmlformats.org/drawingml/2006/main">
            <a:pPr lvl="0">
              <a:buNone/>
            </a:pPr>
            <a:endParaRPr/>
          </a:p>
        </p:txBody>
      </p:sp>
      <p:sp>
        <p:nvSpPr>
          <p:cNvPr id="16" name="Espace réservé du texte 5">
            <a:extLst xmlns:a="http://schemas.openxmlformats.org/drawingml/2006/main">
              <a:ext uri="{FF2B5EF4-FFF2-40B4-BE49-F238E27FC236}">
                <a16:creationId xmlns:a16="http://schemas.microsoft.com/office/drawing/2014/main" id="{A5A8D440-6284-456C-8C98-D922980657E6}"/>
              </a:ext>
            </a:extLst>
          </p:cNvPr>
          <p:cNvSpPr>
            <a:spLocks xmlns:a="http://schemas.openxmlformats.org/drawingml/2006/main" noGrp="1"/>
          </p:cNvSpPr>
          <p:nvPr>
            <p:ph type="body" idx="27"/>
          </p:nvPr>
        </p:nvSpPr>
        <p:spPr>
          <a:xfrm xmlns:a="http://schemas.openxmlformats.org/drawingml/2006/main">
            <a:off x="6428514" y="4531132"/>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j-lt"/>
                <a:ea typeface="+mj-lt"/>
                <a:cs typeface="+mj-lt"/>
              </a:defRPr>
            </a:lvl1pPr>
          </a:lstStyle>
          <a:p xmlns:a="http://schemas.openxmlformats.org/drawingml/2006/main">
            <a:pPr lvl="0">
              <a:buNone/>
            </a:pPr>
            <a:endParaRPr/>
          </a:p>
        </p:txBody>
      </p:sp>
      <p:sp>
        <p:nvSpPr>
          <p:cNvPr id="17" name="Espace réservé du texte 5">
            <a:extLst xmlns:a="http://schemas.openxmlformats.org/drawingml/2006/main">
              <a:ext uri="{FF2B5EF4-FFF2-40B4-BE49-F238E27FC236}">
                <a16:creationId xmlns:a16="http://schemas.microsoft.com/office/drawing/2014/main" id="{01B5909E-9844-4051-B97B-FDBDEE335864}"/>
              </a:ext>
            </a:extLst>
          </p:cNvPr>
          <p:cNvSpPr>
            <a:spLocks xmlns:a="http://schemas.openxmlformats.org/drawingml/2006/main" noGrp="1"/>
          </p:cNvSpPr>
          <p:nvPr>
            <p:ph type="body" idx="28"/>
          </p:nvPr>
        </p:nvSpPr>
        <p:spPr>
          <a:xfrm xmlns:a="http://schemas.openxmlformats.org/drawingml/2006/main">
            <a:off x="867124" y="4531132"/>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j-lt"/>
                <a:ea typeface="+mj-lt"/>
                <a:cs typeface="+mj-lt"/>
              </a:defRPr>
            </a:lvl1pPr>
          </a:lstStyle>
          <a:p xmlns:a="http://schemas.openxmlformats.org/drawingml/2006/main">
            <a:pPr lvl="0">
              <a:buNone/>
            </a:pPr>
            <a:endParaRPr/>
          </a:p>
        </p:txBody>
      </p:sp>
      <p:sp>
        <p:nvSpPr>
          <p:cNvPr id="18" name="Espace réservé du texte 5">
            <a:extLst xmlns:a="http://schemas.openxmlformats.org/drawingml/2006/main">
              <a:ext uri="{FF2B5EF4-FFF2-40B4-BE49-F238E27FC236}">
                <a16:creationId xmlns:a16="http://schemas.microsoft.com/office/drawing/2014/main" id="{B5E62EF2-ADB8-4111-B061-63137661CF64}"/>
              </a:ext>
            </a:extLst>
          </p:cNvPr>
          <p:cNvSpPr>
            <a:spLocks xmlns:a="http://schemas.openxmlformats.org/drawingml/2006/main" noGrp="1"/>
          </p:cNvSpPr>
          <p:nvPr>
            <p:ph type="body" idx="29"/>
          </p:nvPr>
        </p:nvSpPr>
        <p:spPr>
          <a:xfrm xmlns:a="http://schemas.openxmlformats.org/drawingml/2006/main">
            <a:off x="867124" y="2727368"/>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n-lt"/>
                <a:ea typeface="+mn-lt"/>
                <a:cs typeface="+mn-lt"/>
              </a:defRPr>
            </a:lvl1pPr>
          </a:lstStyle>
          <a:p xmlns:a="http://schemas.openxmlformats.org/drawingml/2006/main">
            <a:pPr lvl="0">
              <a:buNone/>
            </a:pPr>
            <a:endParaRPr/>
          </a:p>
        </p:txBody>
      </p:sp>
      <p:sp>
        <p:nvSpPr>
          <p:cNvPr id="24" name="Espace réservé du texte 5">
            <a:extLst xmlns:a="http://schemas.openxmlformats.org/drawingml/2006/main">
              <a:ext uri="{FF2B5EF4-FFF2-40B4-BE49-F238E27FC236}">
                <a16:creationId xmlns:a16="http://schemas.microsoft.com/office/drawing/2014/main" id="{B3FC0E23-3993-438D-AAFF-6A1365D101E9}"/>
              </a:ext>
            </a:extLst>
          </p:cNvPr>
          <p:cNvSpPr>
            <a:spLocks xmlns:a="http://schemas.openxmlformats.org/drawingml/2006/main" noGrp="1"/>
          </p:cNvSpPr>
          <p:nvPr>
            <p:ph type="body" idx="25"/>
          </p:nvPr>
        </p:nvSpPr>
        <p:spPr>
          <a:xfrm xmlns:a="http://schemas.openxmlformats.org/drawingml/2006/main">
            <a:off x="867125" y="2185097"/>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j-lt"/>
                <a:ea typeface="+mj-lt"/>
                <a:cs typeface="+mj-lt"/>
              </a:defRPr>
            </a:lvl1pPr>
          </a:lstStyle>
          <a:p xmlns:a="http://schemas.openxmlformats.org/drawingml/2006/main">
            <a:pPr lvl="0">
              <a:buNone/>
            </a:pPr>
            <a:endParaRPr/>
          </a:p>
        </p:txBody>
      </p:sp>
      <p:sp>
        <p:nvSpPr>
          <p:cNvPr id="25" name="Espace réservé du texte 5">
            <a:extLst xmlns:a="http://schemas.openxmlformats.org/drawingml/2006/main">
              <a:ext uri="{FF2B5EF4-FFF2-40B4-BE49-F238E27FC236}">
                <a16:creationId xmlns:a16="http://schemas.microsoft.com/office/drawing/2014/main" id="{2D68B1F4-310F-4EB7-BB4B-79555B75D151}"/>
              </a:ext>
            </a:extLst>
          </p:cNvPr>
          <p:cNvSpPr>
            <a:spLocks xmlns:a="http://schemas.openxmlformats.org/drawingml/2006/main" noGrp="1"/>
          </p:cNvSpPr>
          <p:nvPr>
            <p:ph type="body" idx="23"/>
          </p:nvPr>
        </p:nvSpPr>
        <p:spPr>
          <a:xfrm xmlns:a="http://schemas.openxmlformats.org/drawingml/2006/main">
            <a:off x="867125" y="1619003"/>
            <a:ext cx="4822475" cy="323165"/>
          </a:xfrm>
          <a:prstGeom xmlns:a="http://schemas.openxmlformats.org/drawingml/2006/main" prst="rect">
            <a:avLst/>
          </a:prstGeom>
        </p:spPr>
        <p:txBody>
          <a:bodyPr xmlns:a="http://schemas.openxmlformats.org/drawingml/2006/main"/>
          <a:lstStyle xmlns:a="http://schemas.openxmlformats.org/drawingml/2006/main">
            <a:lvl1pPr marL="0" indent="0">
              <a:buNone/>
              <a:defRPr sz="1500" cap="all" baseline="0">
                <a:solidFill>
                  <a:schemeClr val="tx2"/>
                </a:solidFill>
              </a:defRPr>
            </a:lvl1pPr>
          </a:lstStyle>
          <a:p xmlns:a="http://schemas.openxmlformats.org/drawingml/2006/main">
            <a:pPr lvl="0">
              <a:buNone/>
            </a:pPr>
            <a:endParaRPr/>
          </a:p>
        </p:txBody>
      </p:sp>
      <p:sp>
        <p:nvSpPr>
          <p:cNvPr id="26" name="Espace réservé du texte 5">
            <a:extLst xmlns:a="http://schemas.openxmlformats.org/drawingml/2006/main">
              <a:ext uri="{FF2B5EF4-FFF2-40B4-BE49-F238E27FC236}">
                <a16:creationId xmlns:a16="http://schemas.microsoft.com/office/drawing/2014/main" id="{37387239-7336-4481-8C87-8FC7BA6824E1}"/>
              </a:ext>
            </a:extLst>
          </p:cNvPr>
          <p:cNvSpPr>
            <a:spLocks xmlns:a="http://schemas.openxmlformats.org/drawingml/2006/main" noGrp="1"/>
          </p:cNvSpPr>
          <p:nvPr>
            <p:ph type="body" idx="31"/>
          </p:nvPr>
        </p:nvSpPr>
        <p:spPr>
          <a:xfrm xmlns:a="http://schemas.openxmlformats.org/drawingml/2006/main">
            <a:off x="6428513" y="5103632"/>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n-lt"/>
                <a:ea typeface="+mn-lt"/>
                <a:cs typeface="+mn-lt"/>
              </a:defRPr>
            </a:lvl1pPr>
          </a:lstStyle>
          <a:p xmlns:a="http://schemas.openxmlformats.org/drawingml/2006/main">
            <a:pPr lvl="0">
              <a:buNone/>
            </a:pPr>
            <a:endParaRPr/>
          </a:p>
        </p:txBody>
      </p:sp>
      <p:sp>
        <p:nvSpPr>
          <p:cNvPr id="27" name="Espace réservé du texte 5">
            <a:extLst xmlns:a="http://schemas.openxmlformats.org/drawingml/2006/main">
              <a:ext uri="{FF2B5EF4-FFF2-40B4-BE49-F238E27FC236}">
                <a16:creationId xmlns:a16="http://schemas.microsoft.com/office/drawing/2014/main" id="{924D4F9C-680A-4654-9284-ED20E43E19DB}"/>
              </a:ext>
            </a:extLst>
          </p:cNvPr>
          <p:cNvSpPr>
            <a:spLocks xmlns:a="http://schemas.openxmlformats.org/drawingml/2006/main" noGrp="1"/>
          </p:cNvSpPr>
          <p:nvPr>
            <p:ph type="body" idx="32"/>
          </p:nvPr>
        </p:nvSpPr>
        <p:spPr>
          <a:xfrm xmlns:a="http://schemas.openxmlformats.org/drawingml/2006/main">
            <a:off x="867124" y="5103632"/>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n-lt"/>
                <a:ea typeface="+mn-lt"/>
                <a:cs typeface="+mn-lt"/>
              </a:defRPr>
            </a:lvl1pPr>
          </a:lstStyle>
          <a:p xmlns:a="http://schemas.openxmlformats.org/drawingml/2006/main">
            <a:pPr lvl="0">
              <a:buNone/>
            </a:pPr>
            <a:endParaRPr/>
          </a:p>
        </p:txBody>
      </p:sp>
      <p:sp>
        <p:nvSpPr>
          <p:cNvPr id="29" name="Espace réservé du texte 5">
            <a:extLst xmlns:a="http://schemas.openxmlformats.org/drawingml/2006/main">
              <a:ext uri="{FF2B5EF4-FFF2-40B4-BE49-F238E27FC236}">
                <a16:creationId xmlns:a16="http://schemas.microsoft.com/office/drawing/2014/main" id="{C0EDE1B9-6FDF-47B3-BFA6-3C7ED70FE5D4}"/>
              </a:ext>
            </a:extLst>
          </p:cNvPr>
          <p:cNvSpPr>
            <a:spLocks xmlns:a="http://schemas.openxmlformats.org/drawingml/2006/main" noGrp="1"/>
          </p:cNvSpPr>
          <p:nvPr>
            <p:ph type="body" idx="30"/>
          </p:nvPr>
        </p:nvSpPr>
        <p:spPr>
          <a:xfrm xmlns:a="http://schemas.openxmlformats.org/drawingml/2006/main">
            <a:off x="6428513" y="2727368"/>
            <a:ext cx="482247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b="0" cap="none" baseline="0">
                <a:solidFill>
                  <a:schemeClr val="bg1"/>
                </a:solidFill>
                <a:latin typeface="+mn-lt"/>
                <a:ea typeface="+mn-lt"/>
                <a:cs typeface="+mn-lt"/>
              </a:defRPr>
            </a:lvl1pPr>
          </a:lstStyle>
          <a:p xmlns:a="http://schemas.openxmlformats.org/drawingml/2006/main">
            <a:pPr lvl="0">
              <a:buNone/>
            </a:pPr>
            <a:endParaRPr/>
          </a:p>
        </p:txBody>
      </p:sp>
      <p:sp>
        <p:nvSpPr>
          <p:cNvPr id="19" name="Title 1">
            <a:extLst xmlns:a="http://schemas.openxmlformats.org/drawingml/2006/main">
              <a:ext uri="{FF2B5EF4-FFF2-40B4-BE49-F238E27FC236}">
                <a16:creationId xmlns:a16="http://schemas.microsoft.com/office/drawing/2014/main" id="{262B8D8F-6BBE-C534-253D-A55EB7BB336E}"/>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Tree>
  </p:cSld>
</p:sldLayout>
</file>

<file path=ppt/slideLayouts/slideLayout21.xml><?xml version="1.0" encoding="utf-8"?>
<p:sldLayout xmlns:p="http://schemas.openxmlformats.org/presentationml/2006/main" showMasterSp="0" preserve="1" userDrawn="1">
  <p:cSld name="Content 14">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65D8812B-31AD-49BB-A085-C6FF154E938C}"/>
              </a:ext>
            </a:extLst>
          </p:cNvPr>
          <p:cNvSpPr>
            <a:spLocks xmlns:a="http://schemas.openxmlformats.org/drawingml/2006/main" noGrp="1"/>
          </p:cNvSpPr>
          <p:nvPr>
            <p:ph type="pic" idx="12"/>
          </p:nvPr>
        </p:nvSpPr>
        <p:spPr>
          <a:xfrm xmlns:a="http://schemas.openxmlformats.org/drawingml/2006/main">
            <a:off x="356837" y="352422"/>
            <a:ext cx="11834812" cy="3762378"/>
          </a:xfrm>
          <a:custGeom xmlns:a="http://schemas.openxmlformats.org/drawingml/2006/main">
            <a:gdLst>
              <a:gd name="connsiteX0" fmla="*/ 0 w 11834812"/>
              <a:gd name="connsiteY0" fmla="*/ 0 h 3762378"/>
              <a:gd name="connsiteX1" fmla="*/ 11834812 w 11834812"/>
              <a:gd name="connsiteY1" fmla="*/ 0 h 3762378"/>
              <a:gd name="connsiteX2" fmla="*/ 11834812 w 11834812"/>
              <a:gd name="connsiteY2" fmla="*/ 3762378 h 3762378"/>
              <a:gd name="connsiteX3" fmla="*/ 6856763 w 11834812"/>
              <a:gd name="connsiteY3" fmla="*/ 3762378 h 3762378"/>
              <a:gd name="connsiteX4" fmla="*/ 6856763 w 11834812"/>
              <a:gd name="connsiteY4" fmla="*/ 3576893 h 3762378"/>
              <a:gd name="connsiteX5" fmla="*/ 0 w 11834812"/>
              <a:gd name="connsiteY5" fmla="*/ 3576893 h 3762378"/>
            </a:gdLst>
            <a:rect l="l" t="t" r="r" b="b"/>
            <a:pathLst>
              <a:path w="11834812" h="3762378">
                <a:moveTo>
                  <a:pt x="0" y="0"/>
                </a:moveTo>
                <a:lnTo>
                  <a:pt x="11834812" y="0"/>
                </a:lnTo>
                <a:lnTo>
                  <a:pt x="11834812" y="3762378"/>
                </a:lnTo>
                <a:lnTo>
                  <a:pt x="6856763" y="3762378"/>
                </a:lnTo>
                <a:lnTo>
                  <a:pt x="6856763" y="3576893"/>
                </a:lnTo>
                <a:lnTo>
                  <a:pt x="0" y="3576893"/>
                </a:lnTo>
                <a:close/>
              </a:path>
            </a:pathLst>
          </a:custGeom>
        </p:spPr>
        <p:txBody>
          <a:bodyPr xmlns:a="http://schemas.openxmlformats.org/drawingml/2006/main" wrap="square" anchor="ctr">
            <a:noAutofit/>
          </a:bodyPr>
          <a:lstStyle xmlns:a="http://schemas.openxmlformats.org/drawingml/2006/main">
            <a:lvl1pPr marL="0" indent="0" algn="ctr">
              <a:buNone/>
              <a:defRPr/>
            </a:lvl1pPr>
          </a:lstStyle>
          <a:p xmlns:a="http://schemas.openxmlformats.org/drawingml/2006/main">
            <a:endParaRPr/>
          </a:p>
        </p:txBody>
      </p:sp>
      <p:pic>
        <p:nvPicPr>
          <p:cNvPr id="21" name="Image 8"/>
          <p:cNvPicPr>
            <a:picLocks xmlns:a="http://schemas.openxmlformats.org/drawingml/2006/main" noChangeAspect="1"/>
          </p:cNvPicPr>
          <p:nvPr/>
        </p:nvPicPr>
        <p:blipFill>
          <a:blip xmlns:r="http://schemas.openxmlformats.org/officeDocument/2006/relationships" xmlns:a="http://schemas.openxmlformats.org/drawingml/2006/main" r:embed="R4c18062220824226"/>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6" name="Text Placeholder 5">
            <a:extLst xmlns:a="http://schemas.openxmlformats.org/drawingml/2006/main">
              <a:ext uri="{FF2B5EF4-FFF2-40B4-BE49-F238E27FC236}">
                <a16:creationId xmlns:a16="http://schemas.microsoft.com/office/drawing/2014/main" id="{B3C330D0-D207-4CCA-848E-DAFD2CEB7BAC}"/>
              </a:ext>
            </a:extLst>
          </p:cNvPr>
          <p:cNvSpPr>
            <a:spLocks xmlns:a="http://schemas.openxmlformats.org/drawingml/2006/main" noGrp="1"/>
          </p:cNvSpPr>
          <p:nvPr>
            <p:ph type="body" idx="11"/>
          </p:nvPr>
        </p:nvSpPr>
        <p:spPr>
          <a:xfrm xmlns:a="http://schemas.openxmlformats.org/drawingml/2006/main">
            <a:off x="268289" y="4541962"/>
            <a:ext cx="11085512" cy="415498"/>
          </a:xfrm>
          <a:prstGeom xmlns:a="http://schemas.openxmlformats.org/drawingml/2006/main" prst="rect">
            <a:avLst/>
          </a:prstGeom>
        </p:spPr>
        <p:txBody>
          <a:bodyPr xmlns:a="http://schemas.openxmlformats.org/drawingml/2006/main"/>
          <a:lstStyle xmlns:a="http://schemas.openxmlformats.org/drawingml/2006/main">
            <a:lvl1pPr marL="0" indent="0">
              <a:buNone/>
              <a:defRPr sz="2100">
                <a:solidFill>
                  <a:schemeClr val="accent1"/>
                </a:solidFill>
              </a:defRPr>
            </a:lvl1pPr>
          </a:lstStyle>
          <a:p xmlns:a="http://schemas.openxmlformats.org/drawingml/2006/main">
            <a:pPr lvl="0">
              <a:buNone/>
            </a:pPr>
            <a:endParaRPr/>
          </a:p>
        </p:txBody>
      </p:sp>
      <p:sp>
        <p:nvSpPr>
          <p:cNvPr id="18" name="Rectangle 17">
            <a:extLst xmlns:a="http://schemas.openxmlformats.org/drawingml/2006/main">
              <a:ext uri="{FF2B5EF4-FFF2-40B4-BE49-F238E27FC236}">
                <a16:creationId xmlns:a16="http://schemas.microsoft.com/office/drawing/2014/main" id="{6FC55938-D512-49A8-B153-545D08FFC558}"/>
              </a:ext>
            </a:extLst>
          </p:cNvPr>
          <p:cNvSpPr>
            <a:spLocks xmlns:a="http://schemas.openxmlformats.org/drawingml/2006/main" noGrp="1"/>
          </p:cNvSpPr>
          <p:nvPr/>
        </p:nvSpPr>
        <p:spPr>
          <a:xfrm xmlns:a="http://schemas.openxmlformats.org/drawingml/2006/main">
            <a:off x="0" y="3929315"/>
            <a:ext cx="7213600" cy="381000"/>
          </a:xfrm>
          <a:prstGeom xmlns:a="http://schemas.openxmlformats.org/drawingml/2006/main" prst="rect">
            <a:avLst/>
          </a:prstGeom>
          <a:gradFill xmlns:a="http://schemas.openxmlformats.org/drawingml/2006/main">
            <a:gsLst>
              <a:gs pos="0">
                <a:srgbClr val="00BCFD"/>
              </a:gs>
              <a:gs pos="100000">
                <a:srgbClr val="23D2B5"/>
              </a:gs>
            </a:gsLst>
            <a:lin ang="216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Espace réservé du numéro de diapositive 6">
            <a:extLst xmlns:a="http://schemas.openxmlformats.org/drawingml/2006/main">
              <a:ext uri="{FF2B5EF4-FFF2-40B4-BE49-F238E27FC236}">
                <a16:creationId xmlns:a16="http://schemas.microsoft.com/office/drawing/2014/main" id="{ED935233-556A-4673-8A86-B9788EC48F4C}"/>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3" name="Espace réservé du pied de page 4">
            <a:extLst xmlns:a="http://schemas.openxmlformats.org/drawingml/2006/main">
              <a:ext uri="{FF2B5EF4-FFF2-40B4-BE49-F238E27FC236}">
                <a16:creationId xmlns:a16="http://schemas.microsoft.com/office/drawing/2014/main" id="{D8ED6195-BEA5-4C0A-90F0-E6FF05B2C455}"/>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Tree>
  </p:cSld>
</p:sldLayout>
</file>

<file path=ppt/slideLayouts/slideLayout22.xml><?xml version="1.0" encoding="utf-8"?>
<p:sldLayout xmlns:p="http://schemas.openxmlformats.org/presentationml/2006/main" showMasterSp="0" preserve="1" userDrawn="1">
  <p:cSld name="Content 15">
    <p:spTree>
      <p:nvGrpSpPr>
        <p:cNvPr id="1" name=""/>
        <p:cNvGrpSpPr/>
        <p:nvPr/>
      </p:nvGrpSpPr>
      <p:grpSpPr>
        <a:xfrm xmlns:a="http://schemas.openxmlformats.org/drawingml/2006/main"/>
      </p:grpSpPr>
      <p:pic>
        <p:nvPicPr>
          <p:cNvPr id="16" name="Image 8"/>
          <p:cNvPicPr>
            <a:picLocks xmlns:a="http://schemas.openxmlformats.org/drawingml/2006/main" noChangeAspect="1"/>
          </p:cNvPicPr>
          <p:nvPr/>
        </p:nvPicPr>
        <p:blipFill>
          <a:blip xmlns:r="http://schemas.openxmlformats.org/officeDocument/2006/relationships" xmlns:a="http://schemas.openxmlformats.org/drawingml/2006/main" r:embed="R76cd444ae1224edf"/>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7" name="Picture Placeholder 6">
            <a:extLst xmlns:a="http://schemas.openxmlformats.org/drawingml/2006/main">
              <a:ext uri="{FF2B5EF4-FFF2-40B4-BE49-F238E27FC236}">
                <a16:creationId xmlns:a16="http://schemas.microsoft.com/office/drawing/2014/main" id="{3197E704-6754-4DE7-8D47-3C52E54F5BF6}"/>
              </a:ext>
            </a:extLst>
          </p:cNvPr>
          <p:cNvSpPr>
            <a:spLocks xmlns:a="http://schemas.openxmlformats.org/drawingml/2006/main" noGrp="1"/>
          </p:cNvSpPr>
          <p:nvPr>
            <p:ph type="pic" idx="11"/>
          </p:nvPr>
        </p:nvSpPr>
        <p:spPr>
          <a:xfrm xmlns:a="http://schemas.openxmlformats.org/drawingml/2006/main">
            <a:off x="7086600" y="1524000"/>
            <a:ext cx="5105400" cy="3390900"/>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13" name="Espace réservé du numéro de diapositive 6">
            <a:extLst xmlns:a="http://schemas.openxmlformats.org/drawingml/2006/main">
              <a:ext uri="{FF2B5EF4-FFF2-40B4-BE49-F238E27FC236}">
                <a16:creationId xmlns:a16="http://schemas.microsoft.com/office/drawing/2014/main" id="{6D96B5E1-44FD-46DB-8148-8253FCB8F97F}"/>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4" name="Espace réservé du pied de page 4">
            <a:extLst xmlns:a="http://schemas.openxmlformats.org/drawingml/2006/main">
              <a:ext uri="{FF2B5EF4-FFF2-40B4-BE49-F238E27FC236}">
                <a16:creationId xmlns:a16="http://schemas.microsoft.com/office/drawing/2014/main" id="{403727C8-E764-4403-81A9-A567C3EED15E}"/>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8" name="Title 1">
            <a:extLst xmlns:a="http://schemas.openxmlformats.org/drawingml/2006/main">
              <a:ext uri="{FF2B5EF4-FFF2-40B4-BE49-F238E27FC236}">
                <a16:creationId xmlns:a16="http://schemas.microsoft.com/office/drawing/2014/main" id="{0B716029-E1E3-CF74-F79E-9E30D3435A63}"/>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
        <p:nvSpPr>
          <p:cNvPr id="9" name="Straight Connector 8">
            <a:extLst xmlns:a="http://schemas.openxmlformats.org/drawingml/2006/main">
              <a:ext uri="{FF2B5EF4-FFF2-40B4-BE49-F238E27FC236}">
                <a16:creationId xmlns:a16="http://schemas.microsoft.com/office/drawing/2014/main" id="{EE8CF851-143E-464C-97FC-A6FFBC6E2F23}"/>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3.xml><?xml version="1.0" encoding="utf-8"?>
<p:sldLayout xmlns:p="http://schemas.openxmlformats.org/presentationml/2006/main" showMasterSp="0" preserve="1" userDrawn="1">
  <p:cSld name="Content 16">
    <p:spTree>
      <p:nvGrpSpPr>
        <p:cNvPr id="1" name=""/>
        <p:cNvGrpSpPr/>
        <p:nvPr/>
      </p:nvGrpSpPr>
      <p:grpSpPr>
        <a:xfrm xmlns:a="http://schemas.openxmlformats.org/drawingml/2006/main"/>
      </p:grpSpPr>
      <p:pic>
        <p:nvPicPr>
          <p:cNvPr id="37" name="Image 8"/>
          <p:cNvPicPr>
            <a:picLocks xmlns:a="http://schemas.openxmlformats.org/drawingml/2006/main" noChangeAspect="1"/>
          </p:cNvPicPr>
          <p:nvPr/>
        </p:nvPicPr>
        <p:blipFill>
          <a:blip xmlns:r="http://schemas.openxmlformats.org/officeDocument/2006/relationships" xmlns:a="http://schemas.openxmlformats.org/drawingml/2006/main" r:embed="R87cf437118af4af9"/>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7" name="Picture Placeholder 6">
            <a:extLst xmlns:a="http://schemas.openxmlformats.org/drawingml/2006/main">
              <a:ext uri="{FF2B5EF4-FFF2-40B4-BE49-F238E27FC236}">
                <a16:creationId xmlns:a16="http://schemas.microsoft.com/office/drawing/2014/main" id="{3197E704-6754-4DE7-8D47-3C52E54F5BF6}"/>
              </a:ext>
            </a:extLst>
          </p:cNvPr>
          <p:cNvSpPr>
            <a:spLocks xmlns:a="http://schemas.openxmlformats.org/drawingml/2006/main" noGrp="1"/>
          </p:cNvSpPr>
          <p:nvPr>
            <p:ph type="pic" idx="11"/>
          </p:nvPr>
        </p:nvSpPr>
        <p:spPr>
          <a:xfrm xmlns:a="http://schemas.openxmlformats.org/drawingml/2006/main">
            <a:off x="7086600" y="1524000"/>
            <a:ext cx="5105400" cy="3390900"/>
          </a:xfrm>
          <a:prstGeom xmlns:a="http://schemas.openxmlformats.org/drawingml/2006/main" prst="rect">
            <a:avLst/>
          </a:prstGeom>
        </p:spPr>
        <p:txBody>
          <a:bodyPr xmlns:a="http://schemas.openxmlformats.org/drawingml/2006/main" anchor="ctr">
            <a:noAutofit/>
          </a:bodyPr>
          <a:lstStyle xmlns:a="http://schemas.openxmlformats.org/drawingml/2006/main">
            <a:lvl1pPr marL="0" indent="0" algn="ctr">
              <a:buNone/>
              <a:defRPr/>
            </a:lvl1pPr>
          </a:lstStyle>
          <a:p xmlns:a="http://schemas.openxmlformats.org/drawingml/2006/main">
            <a:endParaRPr/>
          </a:p>
        </p:txBody>
      </p:sp>
      <p:sp>
        <p:nvSpPr>
          <p:cNvPr id="13" name="Espace réservé du numéro de diapositive 6">
            <a:extLst xmlns:a="http://schemas.openxmlformats.org/drawingml/2006/main">
              <a:ext uri="{FF2B5EF4-FFF2-40B4-BE49-F238E27FC236}">
                <a16:creationId xmlns:a16="http://schemas.microsoft.com/office/drawing/2014/main" id="{6D96B5E1-44FD-46DB-8148-8253FCB8F97F}"/>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4" name="Espace réservé du pied de page 4">
            <a:extLst xmlns:a="http://schemas.openxmlformats.org/drawingml/2006/main">
              <a:ext uri="{FF2B5EF4-FFF2-40B4-BE49-F238E27FC236}">
                <a16:creationId xmlns:a16="http://schemas.microsoft.com/office/drawing/2014/main" id="{403727C8-E764-4403-81A9-A567C3EED15E}"/>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11" name="Text Placeholder 5">
            <a:extLst xmlns:a="http://schemas.openxmlformats.org/drawingml/2006/main">
              <a:ext uri="{FF2B5EF4-FFF2-40B4-BE49-F238E27FC236}">
                <a16:creationId xmlns:a16="http://schemas.microsoft.com/office/drawing/2014/main" id="{4299B9E1-1AB2-4052-A899-3CCA3B6C928F}"/>
              </a:ext>
            </a:extLst>
          </p:cNvPr>
          <p:cNvSpPr>
            <a:spLocks xmlns:a="http://schemas.openxmlformats.org/drawingml/2006/main" noGrp="1"/>
          </p:cNvSpPr>
          <p:nvPr>
            <p:ph type="body" idx="12"/>
          </p:nvPr>
        </p:nvSpPr>
        <p:spPr>
          <a:xfrm xmlns:a="http://schemas.openxmlformats.org/drawingml/2006/main">
            <a:off x="0" y="3661751"/>
            <a:ext cx="3251199" cy="369332"/>
          </a:xfrm>
          <a:prstGeom xmlns:a="http://schemas.openxmlformats.org/drawingml/2006/main" prst="rect">
            <a:avLst/>
          </a:prstGeom>
          <a:noFill xmlns:a="http://schemas.openxmlformats.org/drawingml/2006/main"/>
        </p:spPr>
        <p:txBody>
          <a:bodyPr xmlns:a="http://schemas.openxmlformats.org/drawingml/2006/main" lIns="360000" anchor="ctr"/>
          <a:lstStyle xmlns:a="http://schemas.openxmlformats.org/drawingml/2006/main">
            <a:lvl1pPr marL="0" indent="0" algn="l" defTabSz="914400">
              <a:spcBef>
                <a:spcPts val="2400"/>
              </a:spcBef>
              <a:buNone/>
              <a:defRPr sz="1800" kern="1200" cap="all" baseline="0">
                <a:solidFill>
                  <a:schemeClr val="accent5"/>
                </a:solidFill>
                <a:latin typeface="+mn-lt"/>
                <a:ea typeface="+mn-lt"/>
                <a:cs typeface="+mn-lt"/>
              </a:defRPr>
            </a:lvl1pPr>
          </a:lstStyle>
          <a:p xmlns:a="http://schemas.openxmlformats.org/drawingml/2006/main">
            <a:pPr lvl="0">
              <a:buNone/>
            </a:pPr>
            <a:endParaRPr/>
          </a:p>
        </p:txBody>
      </p:sp>
      <p:sp>
        <p:nvSpPr>
          <p:cNvPr id="17" name="Text Placeholder 5">
            <a:extLst xmlns:a="http://schemas.openxmlformats.org/drawingml/2006/main">
              <a:ext uri="{FF2B5EF4-FFF2-40B4-BE49-F238E27FC236}">
                <a16:creationId xmlns:a16="http://schemas.microsoft.com/office/drawing/2014/main" id="{70283E9E-E6A8-46BF-8048-923952C755F4}"/>
              </a:ext>
            </a:extLst>
          </p:cNvPr>
          <p:cNvSpPr>
            <a:spLocks xmlns:a="http://schemas.openxmlformats.org/drawingml/2006/main" noGrp="1"/>
          </p:cNvSpPr>
          <p:nvPr>
            <p:ph type="body" idx="13"/>
          </p:nvPr>
        </p:nvSpPr>
        <p:spPr>
          <a:xfrm xmlns:a="http://schemas.openxmlformats.org/drawingml/2006/main">
            <a:off x="3410529" y="3661751"/>
            <a:ext cx="3251199" cy="369332"/>
          </a:xfrm>
          <a:prstGeom xmlns:a="http://schemas.openxmlformats.org/drawingml/2006/main" prst="rect">
            <a:avLst/>
          </a:prstGeom>
          <a:noFill xmlns:a="http://schemas.openxmlformats.org/drawingml/2006/main"/>
        </p:spPr>
        <p:txBody>
          <a:bodyPr xmlns:a="http://schemas.openxmlformats.org/drawingml/2006/main" lIns="180000" anchor="ctr"/>
          <a:lstStyle xmlns:a="http://schemas.openxmlformats.org/drawingml/2006/main">
            <a:lvl1pPr marL="0" indent="0" algn="l" defTabSz="914400">
              <a:spcBef>
                <a:spcPts val="2400"/>
              </a:spcBef>
              <a:buNone/>
              <a:defRPr sz="1800" kern="1200" cap="all" baseline="0">
                <a:solidFill>
                  <a:schemeClr val="accent6"/>
                </a:solidFill>
                <a:latin typeface="+mn-lt"/>
                <a:ea typeface="+mn-lt"/>
                <a:cs typeface="+mn-lt"/>
              </a:defRPr>
            </a:lvl1pPr>
          </a:lstStyle>
          <a:p xmlns:a="http://schemas.openxmlformats.org/drawingml/2006/main">
            <a:pPr lvl="0">
              <a:buNone/>
            </a:pPr>
            <a:endParaRPr/>
          </a:p>
        </p:txBody>
      </p:sp>
      <p:sp>
        <p:nvSpPr>
          <p:cNvPr id="18" name="Text Placeholder 5">
            <a:extLst xmlns:a="http://schemas.openxmlformats.org/drawingml/2006/main">
              <a:ext uri="{FF2B5EF4-FFF2-40B4-BE49-F238E27FC236}">
                <a16:creationId xmlns:a16="http://schemas.microsoft.com/office/drawing/2014/main" id="{64E15BF8-C6C9-4C24-862C-FBB64296CD36}"/>
              </a:ext>
            </a:extLst>
          </p:cNvPr>
          <p:cNvSpPr>
            <a:spLocks xmlns:a="http://schemas.openxmlformats.org/drawingml/2006/main" noGrp="1"/>
          </p:cNvSpPr>
          <p:nvPr>
            <p:ph type="body" idx="14"/>
          </p:nvPr>
        </p:nvSpPr>
        <p:spPr>
          <a:xfrm xmlns:a="http://schemas.openxmlformats.org/drawingml/2006/main">
            <a:off x="3410529" y="1533236"/>
            <a:ext cx="3251199" cy="369332"/>
          </a:xfrm>
          <a:prstGeom xmlns:a="http://schemas.openxmlformats.org/drawingml/2006/main" prst="rect">
            <a:avLst/>
          </a:prstGeom>
          <a:noFill xmlns:a="http://schemas.openxmlformats.org/drawingml/2006/main"/>
        </p:spPr>
        <p:txBody>
          <a:bodyPr xmlns:a="http://schemas.openxmlformats.org/drawingml/2006/main" lIns="180000" anchor="ctr"/>
          <a:lstStyle xmlns:a="http://schemas.openxmlformats.org/drawingml/2006/main">
            <a:lvl1pPr marL="0" indent="0" algn="l" defTabSz="914400">
              <a:spcBef>
                <a:spcPts val="2400"/>
              </a:spcBef>
              <a:buNone/>
              <a:defRPr sz="1800" kern="1200" cap="all" baseline="0">
                <a:solidFill>
                  <a:schemeClr val="accent4"/>
                </a:solidFill>
                <a:latin typeface="+mn-lt"/>
                <a:ea typeface="+mn-lt"/>
                <a:cs typeface="+mn-lt"/>
              </a:defRPr>
            </a:lvl1pPr>
          </a:lstStyle>
          <a:p xmlns:a="http://schemas.openxmlformats.org/drawingml/2006/main">
            <a:pPr lvl="0">
              <a:buNone/>
            </a:pPr>
            <a:endParaRPr/>
          </a:p>
        </p:txBody>
      </p:sp>
      <p:sp>
        <p:nvSpPr>
          <p:cNvPr id="20" name="Text Placeholder 5">
            <a:extLst xmlns:a="http://schemas.openxmlformats.org/drawingml/2006/main">
              <a:ext uri="{FF2B5EF4-FFF2-40B4-BE49-F238E27FC236}">
                <a16:creationId xmlns:a16="http://schemas.microsoft.com/office/drawing/2014/main" id="{20147626-EBB2-451B-A7F5-33FA8BEA319B}"/>
              </a:ext>
            </a:extLst>
          </p:cNvPr>
          <p:cNvSpPr>
            <a:spLocks xmlns:a="http://schemas.openxmlformats.org/drawingml/2006/main" noGrp="1"/>
          </p:cNvSpPr>
          <p:nvPr>
            <p:ph type="body" idx="15"/>
          </p:nvPr>
        </p:nvSpPr>
        <p:spPr>
          <a:xfrm xmlns:a="http://schemas.openxmlformats.org/drawingml/2006/main">
            <a:off x="0" y="1533236"/>
            <a:ext cx="3251199" cy="369332"/>
          </a:xfrm>
          <a:prstGeom xmlns:a="http://schemas.openxmlformats.org/drawingml/2006/main" prst="rect">
            <a:avLst/>
          </a:prstGeom>
          <a:noFill xmlns:a="http://schemas.openxmlformats.org/drawingml/2006/main"/>
        </p:spPr>
        <p:txBody>
          <a:bodyPr xmlns:a="http://schemas.openxmlformats.org/drawingml/2006/main" lIns="360000" rIns="252000" anchor="ctr"/>
          <a:lstStyle xmlns:a="http://schemas.openxmlformats.org/drawingml/2006/main">
            <a:lvl1pPr marL="0" indent="0" algn="l" defTabSz="914400">
              <a:spcBef>
                <a:spcPts val="2400"/>
              </a:spcBef>
              <a:buNone/>
              <a:defRPr sz="1800" kern="1200" cap="all" baseline="0">
                <a:solidFill>
                  <a:schemeClr val="accent3"/>
                </a:solidFill>
                <a:latin typeface="+mn-lt"/>
                <a:ea typeface="+mn-lt"/>
                <a:cs typeface="+mn-lt"/>
              </a:defRPr>
            </a:lvl1pPr>
          </a:lstStyle>
          <a:p xmlns:a="http://schemas.openxmlformats.org/drawingml/2006/main">
            <a:pPr lvl="0">
              <a:buNone/>
            </a:pPr>
            <a:endParaRPr/>
          </a:p>
        </p:txBody>
      </p:sp>
      <p:sp>
        <p:nvSpPr>
          <p:cNvPr id="22" name="Espace réservé du texte 2">
            <a:extLst xmlns:a="http://schemas.openxmlformats.org/drawingml/2006/main">
              <a:ext uri="{FF2B5EF4-FFF2-40B4-BE49-F238E27FC236}">
                <a16:creationId xmlns:a16="http://schemas.microsoft.com/office/drawing/2014/main" id="{9915CBFE-6761-44F1-B968-6602EFCF1722}"/>
              </a:ext>
            </a:extLst>
          </p:cNvPr>
          <p:cNvSpPr>
            <a:spLocks xmlns:a="http://schemas.openxmlformats.org/drawingml/2006/main" noGrp="1"/>
          </p:cNvSpPr>
          <p:nvPr>
            <p:ph type="body" idx="17" hasCustomPrompt="1"/>
          </p:nvPr>
        </p:nvSpPr>
        <p:spPr>
          <a:xfrm xmlns:a="http://schemas.openxmlformats.org/drawingml/2006/main">
            <a:off x="3491953" y="1908501"/>
            <a:ext cx="2965965" cy="861774"/>
          </a:xfrm>
          <a:prstGeom xmlns:a="http://schemas.openxmlformats.org/drawingml/2006/main" prst="rect">
            <a:avLst/>
          </a:prstGeom>
        </p:spPr>
        <p:txBody>
          <a:bodyPr xmlns:a="http://schemas.openxmlformats.org/drawingml/2006/main"/>
          <a:lstStyle xmlns:a="http://schemas.openxmlformats.org/drawingml/2006/main">
            <a:lvl1pPr marL="0" indent="0">
              <a:buNone/>
              <a:defRPr sz="5000" b="1">
                <a:solidFill>
                  <a:schemeClr val="accent4"/>
                </a:solidFill>
              </a:defRPr>
            </a:lvl1pPr>
          </a:lstStyle>
          <a:p xmlns:a="http://schemas.openxmlformats.org/drawingml/2006/main">
            <a:pPr lvl="0">
              <a:buNone/>
            </a:pPr>
            <a:r>
              <a:t>0,00 </a:t>
            </a:r>
          </a:p>
        </p:txBody>
      </p:sp>
      <p:sp>
        <p:nvSpPr>
          <p:cNvPr id="23" name="Espace réservé du texte 2">
            <a:extLst xmlns:a="http://schemas.openxmlformats.org/drawingml/2006/main">
              <a:ext uri="{FF2B5EF4-FFF2-40B4-BE49-F238E27FC236}">
                <a16:creationId xmlns:a16="http://schemas.microsoft.com/office/drawing/2014/main" id="{5423B3DC-1B6D-43B0-B2E0-B3BA21CBE1DC}"/>
              </a:ext>
            </a:extLst>
          </p:cNvPr>
          <p:cNvSpPr>
            <a:spLocks xmlns:a="http://schemas.openxmlformats.org/drawingml/2006/main" noGrp="1"/>
          </p:cNvSpPr>
          <p:nvPr>
            <p:ph type="body" idx="18" hasCustomPrompt="1"/>
          </p:nvPr>
        </p:nvSpPr>
        <p:spPr>
          <a:xfrm xmlns:a="http://schemas.openxmlformats.org/drawingml/2006/main">
            <a:off x="285234" y="1908501"/>
            <a:ext cx="2965965" cy="861774"/>
          </a:xfrm>
          <a:prstGeom xmlns:a="http://schemas.openxmlformats.org/drawingml/2006/main" prst="rect">
            <a:avLst/>
          </a:prstGeom>
        </p:spPr>
        <p:txBody>
          <a:bodyPr xmlns:a="http://schemas.openxmlformats.org/drawingml/2006/main"/>
          <a:lstStyle xmlns:a="http://schemas.openxmlformats.org/drawingml/2006/main">
            <a:lvl1pPr marL="0" indent="0">
              <a:buNone/>
              <a:defRPr sz="5000" b="1">
                <a:solidFill>
                  <a:schemeClr val="accent3"/>
                </a:solidFill>
              </a:defRPr>
            </a:lvl1pPr>
          </a:lstStyle>
          <a:p xmlns:a="http://schemas.openxmlformats.org/drawingml/2006/main">
            <a:pPr lvl="0">
              <a:buNone/>
            </a:pPr>
            <a:r>
              <a:t>0,00 </a:t>
            </a:r>
          </a:p>
        </p:txBody>
      </p:sp>
      <p:sp>
        <p:nvSpPr>
          <p:cNvPr id="25" name="Espace réservé du texte 2">
            <a:extLst xmlns:a="http://schemas.openxmlformats.org/drawingml/2006/main">
              <a:ext uri="{FF2B5EF4-FFF2-40B4-BE49-F238E27FC236}">
                <a16:creationId xmlns:a16="http://schemas.microsoft.com/office/drawing/2014/main" id="{6F1F4794-E6FC-449E-BAD1-D17E2E2B5B48}"/>
              </a:ext>
            </a:extLst>
          </p:cNvPr>
          <p:cNvSpPr>
            <a:spLocks xmlns:a="http://schemas.openxmlformats.org/drawingml/2006/main" noGrp="1"/>
          </p:cNvSpPr>
          <p:nvPr>
            <p:ph type="body" idx="19" hasCustomPrompt="1"/>
          </p:nvPr>
        </p:nvSpPr>
        <p:spPr>
          <a:xfrm xmlns:a="http://schemas.openxmlformats.org/drawingml/2006/main">
            <a:off x="285234" y="4031083"/>
            <a:ext cx="2965965" cy="861774"/>
          </a:xfrm>
          <a:prstGeom xmlns:a="http://schemas.openxmlformats.org/drawingml/2006/main" prst="rect">
            <a:avLst/>
          </a:prstGeom>
        </p:spPr>
        <p:txBody>
          <a:bodyPr xmlns:a="http://schemas.openxmlformats.org/drawingml/2006/main"/>
          <a:lstStyle xmlns:a="http://schemas.openxmlformats.org/drawingml/2006/main">
            <a:lvl1pPr marL="0" indent="0">
              <a:buNone/>
              <a:defRPr sz="5000" b="1">
                <a:solidFill>
                  <a:schemeClr val="accent5"/>
                </a:solidFill>
              </a:defRPr>
            </a:lvl1pPr>
          </a:lstStyle>
          <a:p xmlns:a="http://schemas.openxmlformats.org/drawingml/2006/main">
            <a:pPr lvl="0">
              <a:buNone/>
            </a:pPr>
            <a:r>
              <a:t>00 </a:t>
            </a:r>
          </a:p>
        </p:txBody>
      </p:sp>
      <p:sp>
        <p:nvSpPr>
          <p:cNvPr id="29" name="Espace réservé du texte 2">
            <a:extLst xmlns:a="http://schemas.openxmlformats.org/drawingml/2006/main">
              <a:ext uri="{FF2B5EF4-FFF2-40B4-BE49-F238E27FC236}">
                <a16:creationId xmlns:a16="http://schemas.microsoft.com/office/drawing/2014/main" id="{FB1FE772-3619-4B86-B4F7-C2F01F67172D}"/>
              </a:ext>
            </a:extLst>
          </p:cNvPr>
          <p:cNvSpPr>
            <a:spLocks xmlns:a="http://schemas.openxmlformats.org/drawingml/2006/main" noGrp="1"/>
          </p:cNvSpPr>
          <p:nvPr>
            <p:ph type="body" idx="20" hasCustomPrompt="1"/>
          </p:nvPr>
        </p:nvSpPr>
        <p:spPr>
          <a:xfrm xmlns:a="http://schemas.openxmlformats.org/drawingml/2006/main">
            <a:off x="3491953" y="4031083"/>
            <a:ext cx="2965965" cy="861774"/>
          </a:xfrm>
          <a:prstGeom xmlns:a="http://schemas.openxmlformats.org/drawingml/2006/main" prst="rect">
            <a:avLst/>
          </a:prstGeom>
        </p:spPr>
        <p:txBody>
          <a:bodyPr xmlns:a="http://schemas.openxmlformats.org/drawingml/2006/main"/>
          <a:lstStyle xmlns:a="http://schemas.openxmlformats.org/drawingml/2006/main">
            <a:lvl1pPr marL="0" indent="0">
              <a:buNone/>
              <a:defRPr sz="5000" b="1">
                <a:solidFill>
                  <a:schemeClr val="accent6"/>
                </a:solidFill>
              </a:defRPr>
            </a:lvl1pPr>
          </a:lstStyle>
          <a:p xmlns:a="http://schemas.openxmlformats.org/drawingml/2006/main">
            <a:pPr lvl="0">
              <a:buNone/>
            </a:pPr>
            <a:r>
              <a:t>00 </a:t>
            </a:r>
          </a:p>
        </p:txBody>
      </p:sp>
      <p:sp>
        <p:nvSpPr>
          <p:cNvPr id="6" name="Espace réservé du texte 5">
            <a:extLst xmlns:a="http://schemas.openxmlformats.org/drawingml/2006/main">
              <a:ext uri="{FF2B5EF4-FFF2-40B4-BE49-F238E27FC236}">
                <a16:creationId xmlns:a16="http://schemas.microsoft.com/office/drawing/2014/main" id="{EA09C3C1-48BD-4780-B675-DAAD25967EB3}"/>
              </a:ext>
            </a:extLst>
          </p:cNvPr>
          <p:cNvSpPr>
            <a:spLocks xmlns:a="http://schemas.openxmlformats.org/drawingml/2006/main" noGrp="1"/>
          </p:cNvSpPr>
          <p:nvPr>
            <p:ph type="body" idx="21"/>
          </p:nvPr>
        </p:nvSpPr>
        <p:spPr>
          <a:xfrm xmlns:a="http://schemas.openxmlformats.org/drawingml/2006/main">
            <a:off x="3491953" y="2781988"/>
            <a:ext cx="1632527"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a:solidFill>
                  <a:schemeClr val="tx2"/>
                </a:solidFill>
              </a:defRPr>
            </a:lvl1pPr>
          </a:lstStyle>
          <a:p xmlns:a="http://schemas.openxmlformats.org/drawingml/2006/main">
            <a:pPr lvl="0">
              <a:buNone/>
            </a:pPr>
            <a:endParaRPr/>
          </a:p>
        </p:txBody>
      </p:sp>
      <p:sp>
        <p:nvSpPr>
          <p:cNvPr id="32" name="Espace réservé du texte 5">
            <a:extLst xmlns:a="http://schemas.openxmlformats.org/drawingml/2006/main">
              <a:ext uri="{FF2B5EF4-FFF2-40B4-BE49-F238E27FC236}">
                <a16:creationId xmlns:a16="http://schemas.microsoft.com/office/drawing/2014/main" id="{2C54322D-923B-4750-BB1A-8DD879573DDD}"/>
              </a:ext>
            </a:extLst>
          </p:cNvPr>
          <p:cNvSpPr>
            <a:spLocks xmlns:a="http://schemas.openxmlformats.org/drawingml/2006/main" noGrp="1"/>
          </p:cNvSpPr>
          <p:nvPr>
            <p:ph type="body" idx="22"/>
          </p:nvPr>
        </p:nvSpPr>
        <p:spPr>
          <a:xfrm xmlns:a="http://schemas.openxmlformats.org/drawingml/2006/main">
            <a:off x="3491953" y="4912129"/>
            <a:ext cx="1632527"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a:solidFill>
                  <a:schemeClr val="tx2"/>
                </a:solidFill>
              </a:defRPr>
            </a:lvl1pPr>
          </a:lstStyle>
          <a:p xmlns:a="http://schemas.openxmlformats.org/drawingml/2006/main">
            <a:pPr lvl="0">
              <a:buNone/>
            </a:pPr>
            <a:endParaRPr/>
          </a:p>
        </p:txBody>
      </p:sp>
      <p:sp>
        <p:nvSpPr>
          <p:cNvPr id="33" name="Espace réservé du texte 5">
            <a:extLst xmlns:a="http://schemas.openxmlformats.org/drawingml/2006/main">
              <a:ext uri="{FF2B5EF4-FFF2-40B4-BE49-F238E27FC236}">
                <a16:creationId xmlns:a16="http://schemas.microsoft.com/office/drawing/2014/main" id="{5D62BD64-3F52-4918-91C3-356C638BCEF4}"/>
              </a:ext>
            </a:extLst>
          </p:cNvPr>
          <p:cNvSpPr>
            <a:spLocks xmlns:a="http://schemas.openxmlformats.org/drawingml/2006/main" noGrp="1"/>
          </p:cNvSpPr>
          <p:nvPr>
            <p:ph type="body" idx="23"/>
          </p:nvPr>
        </p:nvSpPr>
        <p:spPr>
          <a:xfrm xmlns:a="http://schemas.openxmlformats.org/drawingml/2006/main">
            <a:off x="285234" y="4912129"/>
            <a:ext cx="161405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a:solidFill>
                  <a:schemeClr val="tx2"/>
                </a:solidFill>
              </a:defRPr>
            </a:lvl1pPr>
          </a:lstStyle>
          <a:p xmlns:a="http://schemas.openxmlformats.org/drawingml/2006/main">
            <a:pPr lvl="0">
              <a:buNone/>
            </a:pPr>
            <a:endParaRPr/>
          </a:p>
        </p:txBody>
      </p:sp>
      <p:sp>
        <p:nvSpPr>
          <p:cNvPr id="35" name="Espace réservé du texte 5">
            <a:extLst xmlns:a="http://schemas.openxmlformats.org/drawingml/2006/main">
              <a:ext uri="{FF2B5EF4-FFF2-40B4-BE49-F238E27FC236}">
                <a16:creationId xmlns:a16="http://schemas.microsoft.com/office/drawing/2014/main" id="{F5041F54-EB20-4613-9D13-34A6698A6F8A}"/>
              </a:ext>
            </a:extLst>
          </p:cNvPr>
          <p:cNvSpPr>
            <a:spLocks xmlns:a="http://schemas.openxmlformats.org/drawingml/2006/main" noGrp="1"/>
          </p:cNvSpPr>
          <p:nvPr>
            <p:ph type="body" idx="24"/>
          </p:nvPr>
        </p:nvSpPr>
        <p:spPr>
          <a:xfrm xmlns:a="http://schemas.openxmlformats.org/drawingml/2006/main">
            <a:off x="285233" y="2781988"/>
            <a:ext cx="1614055" cy="369332"/>
          </a:xfrm>
          <a:prstGeom xmlns:a="http://schemas.openxmlformats.org/drawingml/2006/main" prst="rect">
            <a:avLst/>
          </a:prstGeom>
        </p:spPr>
        <p:txBody>
          <a:bodyPr xmlns:a="http://schemas.openxmlformats.org/drawingml/2006/main"/>
          <a:lstStyle xmlns:a="http://schemas.openxmlformats.org/drawingml/2006/main">
            <a:lvl1pPr marL="0" indent="0">
              <a:buNone/>
              <a:defRPr sz="1800">
                <a:solidFill>
                  <a:schemeClr val="tx2"/>
                </a:solidFill>
              </a:defRPr>
            </a:lvl1pPr>
          </a:lstStyle>
          <a:p xmlns:a="http://schemas.openxmlformats.org/drawingml/2006/main">
            <a:pPr lvl="0">
              <a:buNone/>
            </a:pPr>
            <a:endParaRPr/>
          </a:p>
        </p:txBody>
      </p:sp>
      <p:sp>
        <p:nvSpPr>
          <p:cNvPr id="21" name="Title 1">
            <a:extLst xmlns:a="http://schemas.openxmlformats.org/drawingml/2006/main">
              <a:ext uri="{FF2B5EF4-FFF2-40B4-BE49-F238E27FC236}">
                <a16:creationId xmlns:a16="http://schemas.microsoft.com/office/drawing/2014/main" id="{BFF6A0E5-1076-A11D-FE09-2BE1CE72C564}"/>
              </a:ext>
            </a:extLst>
          </p:cNvPr>
          <p:cNvSpPr>
            <a:spLocks xmlns:a="http://schemas.openxmlformats.org/drawingml/2006/main" noGrp="1"/>
          </p:cNvSpPr>
          <p:nvPr>
            <p:ph type="title" idx="0"/>
          </p:nvPr>
        </p:nvSpPr>
        <p:spPr>
          <a:xfrm xmlns:a="http://schemas.openxmlformats.org/drawingml/2006/main">
            <a:off x="266762" y="265293"/>
            <a:ext cx="11334750" cy="457818"/>
          </a:xfrm>
        </p:spPr>
        <p:txBody>
          <a:bodyPr xmlns:a="http://schemas.openxmlformats.org/drawingml/2006/main" anchor="t"/>
          <a:lstStyle xmlns:a="http://schemas.openxmlformats.org/drawingml/2006/main">
            <a:lvl1pPr>
              <a:lnSpc>
                <a:spcPct val="95000"/>
              </a:lnSpc>
              <a:buNone/>
              <a:defRPr sz="2500"/>
            </a:lvl1pPr>
          </a:lstStyle>
          <a:p xmlns:a="http://schemas.openxmlformats.org/drawingml/2006/main">
            <a:endParaRPr/>
          </a:p>
        </p:txBody>
      </p:sp>
      <p:sp>
        <p:nvSpPr>
          <p:cNvPr id="24" name="Straight Connector 23">
            <a:extLst xmlns:a="http://schemas.openxmlformats.org/drawingml/2006/main">
              <a:ext uri="{FF2B5EF4-FFF2-40B4-BE49-F238E27FC236}">
                <a16:creationId xmlns:a16="http://schemas.microsoft.com/office/drawing/2014/main" id="{3C883A2F-8FD1-42D5-885E-3A4B990D6C6A}"/>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4.xml><?xml version="1.0" encoding="utf-8"?>
<p:sldLayout xmlns:p="http://schemas.openxmlformats.org/presentationml/2006/main" showMasterSp="0" preserve="1" userDrawn="1">
  <p:cSld name="Logo in white background">
    <p:spTree>
      <p:nvGrpSpPr>
        <p:cNvPr id="1" name=""/>
        <p:cNvGrpSpPr/>
        <p:nvPr/>
      </p:nvGrpSpPr>
      <p:grpSpPr>
        <a:xfrm xmlns:a="http://schemas.openxmlformats.org/drawingml/2006/main"/>
      </p:grpSpPr>
      <p:pic>
        <p:nvPicPr>
          <p:cNvPr id="5" name="Image 5"/>
          <p:cNvPicPr>
            <a:picLocks xmlns:a="http://schemas.openxmlformats.org/drawingml/2006/main" noChangeAspect="1"/>
          </p:cNvPicPr>
          <p:nvPr/>
        </p:nvPicPr>
        <p:blipFill>
          <a:blip xmlns:r="http://schemas.openxmlformats.org/officeDocument/2006/relationships" xmlns:a="http://schemas.openxmlformats.org/drawingml/2006/main" r:embed="R86073e217c9e4864"/>
          <a:stretch xmlns:a="http://schemas.openxmlformats.org/drawingml/2006/main">
            <a:fillRect l="0" t="0" r="0" b="0"/>
          </a:stretch>
        </p:blipFill>
        <p:spPr>
          <a:xfrm xmlns:a="http://schemas.openxmlformats.org/drawingml/2006/main">
            <a:off x="4895088" y="2996797"/>
            <a:ext cx="2401824" cy="864406"/>
          </a:xfrm>
          <a:prstGeom xmlns:a="http://schemas.openxmlformats.org/drawingml/2006/main" prst="rect">
            <a:avLst/>
          </a:prstGeom>
        </p:spPr>
      </p:pic>
      <p:sp>
        <p:nvSpPr>
          <p:cNvPr id="3" name="ZoneTexte 2">
            <a:extLst xmlns:a="http://schemas.openxmlformats.org/drawingml/2006/main">
              <a:ext uri="{FF2B5EF4-FFF2-40B4-BE49-F238E27FC236}">
                <a16:creationId xmlns:a16="http://schemas.microsoft.com/office/drawing/2014/main" id="{0965FBBA-FD65-430D-8BAD-C0FE62C8B04D}"/>
              </a:ext>
            </a:extLst>
          </p:cNvPr>
          <p:cNvSpPr>
            <a:spLocks xmlns:a="http://schemas.openxmlformats.org/drawingml/2006/main" noGrp="1"/>
          </p:cNvSpPr>
          <p:nvPr/>
        </p:nvSpPr>
        <p:spPr>
          <a:xfrm xmlns:a="http://schemas.openxmlformats.org/drawingml/2006/main">
            <a:off x="4876800" y="6465651"/>
            <a:ext cx="243840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u="sng"/>
              <a:t>engie.com</a:t>
            </a:r>
          </a:p>
        </p:txBody>
      </p:sp>
    </p:spTree>
  </p:cSld>
</p:sldLayout>
</file>

<file path=ppt/slideLayouts/slideLayout25.xml><?xml version="1.0" encoding="utf-8"?>
<p:sldLayout xmlns:p="http://schemas.openxmlformats.org/presentationml/2006/main" showMasterSp="0" preserve="1" userDrawn="1">
  <p:cSld name="Logo in blue background">
    <p:bg>
      <p:bgRef idx="1001">
        <a:schemeClr xmlns:a="http://schemas.openxmlformats.org/drawingml/2006/main" val="bg2"/>
      </p:bgRef>
    </p:bg>
    <p:spTree>
      <p:nvGrpSpPr>
        <p:cNvPr id="1" name=""/>
        <p:cNvGrpSpPr/>
        <p:nvPr/>
      </p:nvGrpSpPr>
      <p:grpSpPr>
        <a:xfrm xmlns:a="http://schemas.openxmlformats.org/drawingml/2006/main"/>
      </p:grpSpPr>
      <p:pic>
        <p:nvPicPr>
          <p:cNvPr id="5" name="Image 5"/>
          <p:cNvPicPr>
            <a:picLocks xmlns:a="http://schemas.openxmlformats.org/drawingml/2006/main" noChangeAspect="1"/>
          </p:cNvPicPr>
          <p:nvPr/>
        </p:nvPicPr>
        <p:blipFill>
          <a:blip xmlns:r="http://schemas.openxmlformats.org/officeDocument/2006/relationships" xmlns:a="http://schemas.openxmlformats.org/drawingml/2006/main" r:embed="Rc5343ca596b64d4b"/>
          <a:stretch xmlns:a="http://schemas.openxmlformats.org/drawingml/2006/main">
            <a:fillRect l="0" t="0" r="0" b="0"/>
          </a:stretch>
        </p:blipFill>
        <p:spPr>
          <a:xfrm xmlns:a="http://schemas.openxmlformats.org/drawingml/2006/main">
            <a:off x="4895088" y="2996797"/>
            <a:ext cx="2401824" cy="864406"/>
          </a:xfrm>
          <a:prstGeom xmlns:a="http://schemas.openxmlformats.org/drawingml/2006/main" prst="rect">
            <a:avLst/>
          </a:prstGeom>
        </p:spPr>
      </p:pic>
      <p:sp>
        <p:nvSpPr>
          <p:cNvPr id="3" name="ZoneTexte 2">
            <a:extLst xmlns:a="http://schemas.openxmlformats.org/drawingml/2006/main">
              <a:ext uri="{FF2B5EF4-FFF2-40B4-BE49-F238E27FC236}">
                <a16:creationId xmlns:a16="http://schemas.microsoft.com/office/drawing/2014/main" id="{A51A565C-B500-4B95-BA46-5206376F4D38}"/>
              </a:ext>
            </a:extLst>
          </p:cNvPr>
          <p:cNvSpPr>
            <a:spLocks xmlns:a="http://schemas.openxmlformats.org/drawingml/2006/main" noGrp="1"/>
          </p:cNvSpPr>
          <p:nvPr/>
        </p:nvSpPr>
        <p:spPr>
          <a:xfrm xmlns:a="http://schemas.openxmlformats.org/drawingml/2006/main">
            <a:off x="4876800" y="6465651"/>
            <a:ext cx="2438400"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u="sng"/>
              <a:t>engie.com</a:t>
            </a:r>
          </a:p>
        </p:txBody>
      </p:sp>
    </p:spTree>
  </p:cSld>
</p:sldLayout>
</file>

<file path=ppt/slideLayouts/slideLayout26.xml><?xml version="1.0" encoding="utf-8"?>
<p:sldLayout xmlns:p="http://schemas.openxmlformats.org/presentationml/2006/main" type="titleOnly">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B38ECF-1EAC-6440-F219-24F322E682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453DD8B-843D-7EC0-E424-4662473B2B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B096078-7E6A-454B-905C-214915EA4079}" type="datetime1">
              <a:t>9/1/2026</a:t>
            </a:fld>
            <a:endParaRPr/>
          </a:p>
        </p:txBody>
      </p:sp>
      <p:sp>
        <p:nvSpPr>
          <p:cNvPr id="4" name="Footer Placeholder 3">
            <a:extLst xmlns:a="http://schemas.openxmlformats.org/drawingml/2006/main">
              <a:ext uri="{FF2B5EF4-FFF2-40B4-BE49-F238E27FC236}">
                <a16:creationId xmlns:a16="http://schemas.microsoft.com/office/drawing/2014/main" id="{47704D1F-34C5-1BEB-0733-000F5806B3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7557688-F6A3-B941-AC1A-B0D2E6842F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DC6CE1B-DAA5-6141-8E90-6688F225E3B1}" type="slidenum">
              <a:t>‹#›</a:t>
            </a:fld>
            <a:endParaRPr/>
          </a:p>
        </p:txBody>
      </p:sp>
    </p:spTree>
  </p:cSld>
</p:sldLayout>
</file>

<file path=ppt/slideLayouts/slideLayout27.xml><?xml version="1.0" encoding="utf-8"?>
<p:sldLayout xmlns:p="http://schemas.openxmlformats.org/presentationml/2006/main" showMasterSp="0" userDrawn="1">
  <p:cSld name="Contenu 5">
    <p:spTree>
      <p:nvGrpSpPr>
        <p:cNvPr id="1" name=""/>
        <p:cNvGrpSpPr/>
        <p:nvPr/>
      </p:nvGrpSpPr>
      <p:grpSpPr>
        <a:xfrm xmlns:a="http://schemas.openxmlformats.org/drawingml/2006/main"/>
      </p:grpSpPr>
      <p:pic>
        <p:nvPicPr>
          <p:cNvPr id="17" name="Image 8"/>
          <p:cNvPicPr>
            <a:picLocks xmlns:a="http://schemas.openxmlformats.org/drawingml/2006/main" noChangeAspect="1"/>
          </p:cNvPicPr>
          <p:nvPr/>
        </p:nvPicPr>
        <p:blipFill>
          <a:blip xmlns:r="http://schemas.openxmlformats.org/officeDocument/2006/relationships" xmlns:a="http://schemas.openxmlformats.org/drawingml/2006/main" r:embed="Rdae6fcf1e845403f"/>
          <a:stretch xmlns:a="http://schemas.openxmlformats.org/drawingml/2006/main">
            <a:fillRect l="0" t="0" r="0" b="0"/>
          </a:stretch>
        </p:blipFill>
        <p:spPr>
          <a:xfrm xmlns:a="http://schemas.openxmlformats.org/drawingml/2006/main">
            <a:off x="356837" y="6365685"/>
            <a:ext cx="613661" cy="220854"/>
          </a:xfrm>
          <a:prstGeom xmlns:a="http://schemas.openxmlformats.org/drawingml/2006/main" prst="rect">
            <a:avLst/>
          </a:prstGeom>
          <a:ln xmlns:a="http://schemas.openxmlformats.org/drawingml/2006/main">
            <a:noFill/>
          </a:ln>
        </p:spPr>
      </p:pic>
      <p:sp>
        <p:nvSpPr>
          <p:cNvPr id="10" name="Text Placeholder 9">
            <a:extLst xmlns:a="http://schemas.openxmlformats.org/drawingml/2006/main">
              <a:ext uri="{FF2B5EF4-FFF2-40B4-BE49-F238E27FC236}">
                <a16:creationId xmlns:a16="http://schemas.microsoft.com/office/drawing/2014/main" id="{AD088FD3-7FFD-4843-85E4-16D12F2C5244}"/>
              </a:ext>
            </a:extLst>
          </p:cNvPr>
          <p:cNvSpPr>
            <a:spLocks xmlns:a="http://schemas.openxmlformats.org/drawingml/2006/main" noGrp="1"/>
          </p:cNvSpPr>
          <p:nvPr>
            <p:ph type="body" idx="10"/>
          </p:nvPr>
        </p:nvSpPr>
        <p:spPr>
          <a:xfrm xmlns:a="http://schemas.openxmlformats.org/drawingml/2006/main">
            <a:off x="266762" y="265293"/>
            <a:ext cx="11334750" cy="523220"/>
          </a:xfrm>
        </p:spPr>
        <p:txBody>
          <a:bodyPr xmlns:a="http://schemas.openxmlformats.org/drawingml/2006/main">
            <a:noAutofit/>
          </a:bodyPr>
          <a:lstStyle xmlns:a="http://schemas.openxmlformats.org/drawingml/2006/main">
            <a:lvl1pPr marL="0" indent="0">
              <a:lnSpc>
                <a:spcPct val="95000"/>
              </a:lnSpc>
              <a:spcBef>
                <a:spcPts val="0"/>
              </a:spcBef>
              <a:buNone/>
              <a:defRPr sz="2500">
                <a:solidFill>
                  <a:srgbClr val="003C58"/>
                </a:solidFill>
                <a:latin typeface="+mj-lt"/>
                <a:ea typeface="+mj-lt"/>
                <a:cs typeface="+mj-lt"/>
              </a:defRPr>
            </a:lvl1pPr>
          </a:lstStyle>
          <a:p xmlns:a="http://schemas.openxmlformats.org/drawingml/2006/main">
            <a:pPr lvl="0">
              <a:buNone/>
            </a:pPr>
            <a:endParaRPr/>
          </a:p>
        </p:txBody>
      </p:sp>
      <p:sp>
        <p:nvSpPr>
          <p:cNvPr id="12" name="Straight Connector 11">
            <a:extLst xmlns:a="http://schemas.openxmlformats.org/drawingml/2006/main">
              <a:ext uri="{FF2B5EF4-FFF2-40B4-BE49-F238E27FC236}">
                <a16:creationId xmlns:a16="http://schemas.microsoft.com/office/drawing/2014/main" id="{166CB682-206B-49BB-9744-3A9E8DDF39C5}"/>
              </a:ext>
            </a:extLst>
          </p:cNvPr>
          <p:cNvSpPr>
            <a:spLocks xmlns:a="http://schemas.openxmlformats.org/drawingml/2006/main" noGrp="1"/>
          </p:cNvSpPr>
          <p:nvPr/>
        </p:nvSpPr>
        <p:spPr>
          <a:xfrm xmlns:a="http://schemas.openxmlformats.org/drawingml/2006/main">
            <a:off x="0" y="1166392"/>
            <a:ext cx="4633913" cy="0"/>
          </a:xfrm>
          <a:prstGeom xmlns:a="http://schemas.openxmlformats.org/drawingml/2006/main" prst="line">
            <a:avLst/>
          </a:prstGeom>
          <a:ln xmlns:a="http://schemas.openxmlformats.org/drawingml/2006/main" w="31750">
            <a:solidFill>
              <a:srgbClr val="027D95"/>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 Placeholder 13">
            <a:extLst xmlns:a="http://schemas.openxmlformats.org/drawingml/2006/main">
              <a:ext uri="{FF2B5EF4-FFF2-40B4-BE49-F238E27FC236}">
                <a16:creationId xmlns:a16="http://schemas.microsoft.com/office/drawing/2014/main" id="{BCFCF277-66D0-46F6-B18E-0B37F27CA7D5}"/>
              </a:ext>
            </a:extLst>
          </p:cNvPr>
          <p:cNvSpPr>
            <a:spLocks xmlns:a="http://schemas.openxmlformats.org/drawingml/2006/main" noGrp="1"/>
          </p:cNvSpPr>
          <p:nvPr>
            <p:ph type="body" idx="11"/>
          </p:nvPr>
        </p:nvSpPr>
        <p:spPr>
          <a:xfrm xmlns:a="http://schemas.openxmlformats.org/drawingml/2006/main">
            <a:off x="868898" y="1548391"/>
            <a:ext cx="10411720" cy="333425"/>
          </a:xfrm>
        </p:spPr>
        <p:txBody>
          <a:bodyPr xmlns:a="http://schemas.openxmlformats.org/drawingml/2006/main"/>
          <a:lstStyle xmlns:a="http://schemas.openxmlformats.org/drawingml/2006/main">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xmlns:a="http://schemas.openxmlformats.org/drawingml/2006/main">
            <a:pPr lvl="0">
              <a:buNone/>
            </a:pPr>
            <a:endParaRPr/>
          </a:p>
        </p:txBody>
      </p:sp>
      <p:sp>
        <p:nvSpPr>
          <p:cNvPr id="9" name="Text Placeholder 13">
            <a:extLst xmlns:a="http://schemas.openxmlformats.org/drawingml/2006/main">
              <a:ext uri="{FF2B5EF4-FFF2-40B4-BE49-F238E27FC236}">
                <a16:creationId xmlns:a16="http://schemas.microsoft.com/office/drawing/2014/main" id="{D99B2560-5A2F-461D-B47C-6917B8C240DE}"/>
              </a:ext>
            </a:extLst>
          </p:cNvPr>
          <p:cNvSpPr>
            <a:spLocks xmlns:a="http://schemas.openxmlformats.org/drawingml/2006/main" noGrp="1"/>
          </p:cNvSpPr>
          <p:nvPr>
            <p:ph type="body" idx="12"/>
          </p:nvPr>
        </p:nvSpPr>
        <p:spPr>
          <a:xfrm xmlns:a="http://schemas.openxmlformats.org/drawingml/2006/main">
            <a:off x="868898" y="3107315"/>
            <a:ext cx="10404100" cy="1328883"/>
          </a:xfrm>
        </p:spPr>
        <p:txBody>
          <a:bodyPr xmlns:a="http://schemas.openxmlformats.org/drawingml/2006/main"/>
          <a:lstStyle xmlns:a="http://schemas.openxmlformats.org/drawingml/2006/main">
            <a:lvl1pPr marL="0" indent="0">
              <a:lnSpc>
                <a:spcPct val="100000"/>
              </a:lnSpc>
              <a:spcBef>
                <a:spcPts val="700"/>
              </a:spcBef>
              <a:buSzPct val="50000"/>
              <a:buFontTx/>
              <a:buNone/>
              <a:defRPr sz="1500" spc="50" baseline="0">
                <a:solidFill>
                  <a:schemeClr val="accent5"/>
                </a:solidFill>
                <a:latin typeface="+mn-lt"/>
                <a:ea typeface="+mn-lt"/>
                <a:cs typeface="+mn-lt"/>
              </a:defRPr>
            </a:lvl1pPr>
          </a:lstStyle>
          <a:p xmlns:a="http://schemas.openxmlformats.org/drawingml/2006/main">
            <a:pPr marR="0" algn="l">
              <a:buNone/>
            </a:pPr>
            <a:endParaRPr/>
          </a:p>
        </p:txBody>
      </p:sp>
      <p:sp>
        <p:nvSpPr>
          <p:cNvPr id="11" name="Text Placeholder 13">
            <a:extLst xmlns:a="http://schemas.openxmlformats.org/drawingml/2006/main">
              <a:ext uri="{FF2B5EF4-FFF2-40B4-BE49-F238E27FC236}">
                <a16:creationId xmlns:a16="http://schemas.microsoft.com/office/drawing/2014/main" id="{713EBDC3-786B-4A3D-9938-FAC4F6DAC7F1}"/>
              </a:ext>
            </a:extLst>
          </p:cNvPr>
          <p:cNvSpPr>
            <a:spLocks xmlns:a="http://schemas.openxmlformats.org/drawingml/2006/main" noGrp="1"/>
          </p:cNvSpPr>
          <p:nvPr>
            <p:ph type="body" idx="13"/>
          </p:nvPr>
        </p:nvSpPr>
        <p:spPr>
          <a:xfrm xmlns:a="http://schemas.openxmlformats.org/drawingml/2006/main">
            <a:off x="868898" y="4444990"/>
            <a:ext cx="10404100" cy="1068570"/>
          </a:xfrm>
        </p:spPr>
        <p:txBody>
          <a:bodyPr xmlns:a="http://schemas.openxmlformats.org/drawingml/2006/main"/>
          <a:lstStyle xmlns:a="http://schemas.openxmlformats.org/drawingml/2006/main">
            <a:lvl1pPr marL="180000" indent="-180000">
              <a:spcBef>
                <a:spcPts val="900"/>
              </a:spcBef>
              <a:buSzPct val="50000"/>
              <a:buFontTx/>
              <a:buNone/>
              <a:defRPr sz="1500" spc="20" baseline="0"/>
            </a:lvl1pPr>
          </a:lstStyle>
          <a:p xmlns:a="http://schemas.openxmlformats.org/drawingml/2006/main">
            <a:pPr lvl="0">
              <a:buNone/>
            </a:pPr>
            <a:endParaRPr/>
          </a:p>
        </p:txBody>
      </p:sp>
      <p:sp>
        <p:nvSpPr>
          <p:cNvPr id="13" name="Espace réservé du numéro de diapositive 6">
            <a:extLst xmlns:a="http://schemas.openxmlformats.org/drawingml/2006/main">
              <a:ext uri="{FF2B5EF4-FFF2-40B4-BE49-F238E27FC236}">
                <a16:creationId xmlns:a16="http://schemas.microsoft.com/office/drawing/2014/main" id="{FE696FE3-641E-6444-B0E0-192380C38E7D}"/>
              </a:ext>
            </a:extLst>
          </p:cNvPr>
          <p:cNvSpPr>
            <a:spLocks xmlns:a="http://schemas.openxmlformats.org/drawingml/2006/main" noGrp="1"/>
          </p:cNvSpPr>
          <p:nvPr>
            <p:ph type="sldNum" idx="4"/>
          </p:nvPr>
        </p:nvSpPr>
        <p:spPr>
          <a:xfrm xmlns:a="http://schemas.openxmlformats.org/drawingml/2006/main">
            <a:off x="11662664" y="6397470"/>
            <a:ext cx="367408"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5" name="Espace réservé du pied de page 4">
            <a:extLst xmlns:a="http://schemas.openxmlformats.org/drawingml/2006/main">
              <a:ext uri="{FF2B5EF4-FFF2-40B4-BE49-F238E27FC236}">
                <a16:creationId xmlns:a16="http://schemas.microsoft.com/office/drawing/2014/main" id="{E6FAD938-27F4-DF42-846B-98C45CD88D55}"/>
              </a:ext>
            </a:extLst>
          </p:cNvPr>
          <p:cNvSpPr>
            <a:spLocks xmlns:a="http://schemas.openxmlformats.org/drawingml/2006/main" noGrp="1"/>
          </p:cNvSpPr>
          <p:nvPr>
            <p:ph type="ftr" idx="3"/>
          </p:nvPr>
        </p:nvSpPr>
        <p:spPr>
          <a:xfrm xmlns:a="http://schemas.openxmlformats.org/drawingml/2006/main">
            <a:off x="8702276" y="6397471"/>
            <a:ext cx="3081293"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r>
              <a:t>S&amp;EM Market update</a:t>
            </a:r>
            <a:endParaRPr/>
          </a:p>
        </p:txBody>
      </p:sp>
    </p:spTree>
  </p:cSld>
</p:sldLayout>
</file>

<file path=ppt/slideLayouts/slideLayout28.xml><?xml version="1.0" encoding="utf-8"?>
<p:sldLayout xmlns:p="http://schemas.openxmlformats.org/presentationml/2006/main" preserve="1" userDrawn="1">
  <p:cSld name="1_Disposition personnalisée">
    <p:spTree>
      <p:nvGrpSpPr>
        <p:cNvPr id="1" name=""/>
        <p:cNvGrpSpPr/>
        <p:nvPr/>
      </p:nvGrpSpPr>
      <p:grpSpPr>
        <a:xfrm xmlns:a="http://schemas.openxmlformats.org/drawingml/2006/main"/>
      </p:grpSpPr>
      <p:sp>
        <p:nvSpPr>
          <p:cNvPr id="8" name="Espace réservé du texte 6">
            <a:extLst xmlns:a="http://schemas.openxmlformats.org/drawingml/2006/main">
              <a:ext uri="{FF2B5EF4-FFF2-40B4-BE49-F238E27FC236}">
                <a16:creationId xmlns:a16="http://schemas.microsoft.com/office/drawing/2014/main" id="{6F77CAC9-1C4F-A544-9BAC-643D9CE65943}"/>
              </a:ext>
            </a:extLst>
          </p:cNvPr>
          <p:cNvSpPr>
            <a:spLocks xmlns:a="http://schemas.openxmlformats.org/drawingml/2006/main" noGrp="1"/>
          </p:cNvSpPr>
          <p:nvPr>
            <p:ph type="body" idx="12" hasCustomPrompt="1"/>
          </p:nvPr>
        </p:nvSpPr>
        <p:spPr>
          <a:xfrm xmlns:a="http://schemas.openxmlformats.org/drawingml/2006/main">
            <a:off x="868364" y="1103158"/>
            <a:ext cx="10455274" cy="295275"/>
          </a:xfrm>
          <a:prstGeom xmlns:a="http://schemas.openxmlformats.org/drawingml/2006/main" prst="rect">
            <a:avLst/>
          </a:prstGeom>
        </p:spPr>
        <p:txBody>
          <a:bodyPr xmlns:a="http://schemas.openxmlformats.org/drawingml/2006/main" lIns="0" tIns="0" rIns="0" bIns="0" anchor="b"/>
          <a:lstStyle xmlns:a="http://schemas.openxmlformats.org/drawingml/2006/main">
            <a:lvl1pPr>
              <a:buNone/>
              <a:defRPr sz="1400" b="0" cap="all" baseline="0">
                <a:solidFill>
                  <a:schemeClr val="tx2">
                    <a:lumMod val="75000"/>
                  </a:schemeClr>
                </a:solidFill>
              </a:defRPr>
            </a:lvl1pPr>
          </a:lstStyle>
          <a:p xmlns:a="http://schemas.openxmlformats.org/drawingml/2006/main">
            <a:pPr lvl="0">
              <a:buNone/>
            </a:pPr>
            <a:r>
              <a:t>SUBTITLE</a:t>
            </a:r>
          </a:p>
        </p:txBody>
      </p:sp>
      <p:sp>
        <p:nvSpPr>
          <p:cNvPr id="9" name="Titre 1">
            <a:extLst xmlns:a="http://schemas.openxmlformats.org/drawingml/2006/main">
              <a:ext uri="{FF2B5EF4-FFF2-40B4-BE49-F238E27FC236}">
                <a16:creationId xmlns:a16="http://schemas.microsoft.com/office/drawing/2014/main" id="{6B44C223-5313-6945-8429-D151D0A7DBDC}"/>
              </a:ext>
            </a:extLst>
          </p:cNvPr>
          <p:cNvSpPr>
            <a:spLocks xmlns:a="http://schemas.openxmlformats.org/drawingml/2006/main" noGrp="1"/>
          </p:cNvSpPr>
          <p:nvPr>
            <p:ph type="title" idx="0" hasCustomPrompt="1"/>
          </p:nvPr>
        </p:nvSpPr>
        <p:spPr>
          <a:xfrm xmlns:a="http://schemas.openxmlformats.org/drawingml/2006/main">
            <a:off x="879652" y="776464"/>
            <a:ext cx="10455273" cy="369332"/>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lvl1pPr>
              <a:buNone/>
              <a:defRPr sz="2400" kern="0" spc="0">
                <a:ln>
                  <a:noFill/>
                </a:ln>
                <a:gradFill>
                  <a:gsLst>
                    <a:gs pos="0">
                      <a:srgbClr val="198ABB"/>
                    </a:gs>
                    <a:gs pos="100000">
                      <a:srgbClr val="3AD1B0"/>
                    </a:gs>
                  </a:gsLst>
                  <a:lin ang="2700000" scaled="1"/>
                </a:gradFill>
              </a:defRPr>
            </a:lvl1pPr>
          </a:lstStyle>
          <a:p xmlns:a="http://schemas.openxmlformats.org/drawingml/2006/main">
            <a:pPr marL="0" lvl="0" indent="0" defTabSz="914400">
              <a:buSzTx/>
              <a:buNone/>
            </a:pPr>
            <a:r>
              <a:t>TITLE</a:t>
            </a:r>
          </a:p>
        </p:txBody>
      </p:sp>
    </p:spTree>
  </p:cSld>
</p:sldLayout>
</file>

<file path=ppt/slideLayouts/slideLayout29.xml><?xml version="1.0" encoding="utf-8"?>
<p:sldLayout xmlns:p="http://schemas.openxmlformats.org/presentationml/2006/main" userDrawn="1">
  <p:cSld name="7_Disposition personnalisée">
    <p:spTree>
      <p:nvGrpSpPr>
        <p:cNvPr id="1" name=""/>
        <p:cNvGrpSpPr/>
        <p:nvPr/>
      </p:nvGrpSpPr>
      <p:grpSpPr>
        <a:xfrm xmlns:a="http://schemas.openxmlformats.org/drawingml/2006/main"/>
      </p:grpSpPr>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20027931a46c4c5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53" name="Image 18"/>
          <p:cNvPicPr>
            <a:picLocks xmlns:a="http://schemas.openxmlformats.org/drawingml/2006/main" noChangeAspect="1"/>
          </p:cNvPicPr>
          <p:nvPr/>
        </p:nvPicPr>
        <p:blipFill>
          <a:blip xmlns:r="http://schemas.openxmlformats.org/officeDocument/2006/relationships" xmlns:a="http://schemas.openxmlformats.org/drawingml/2006/main" r:embed="R879e9507b90b4cc9"/>
          <a:stretch xmlns:a="http://schemas.openxmlformats.org/drawingml/2006/main">
            <a:fillRect l="0" t="0" r="0" b="0"/>
          </a:stretch>
        </p:blipFill>
        <p:spPr>
          <a:xfrm xmlns:a="http://schemas.openxmlformats.org/drawingml/2006/main">
            <a:off x="853871" y="735755"/>
            <a:ext cx="10450648" cy="5425200"/>
          </a:xfrm>
          <a:prstGeom xmlns:a="http://schemas.openxmlformats.org/drawingml/2006/main" prst="rect">
            <a:avLst/>
          </a:prstGeom>
        </p:spPr>
      </p:pic>
      <p:sp>
        <p:nvSpPr>
          <p:cNvPr id="5" name="Espace réservé du contenu 11">
            <a:extLst xmlns:a="http://schemas.openxmlformats.org/drawingml/2006/main">
              <a:ext uri="{FF2B5EF4-FFF2-40B4-BE49-F238E27FC236}">
                <a16:creationId xmlns:a16="http://schemas.microsoft.com/office/drawing/2014/main" id="{47F69164-3E78-2F48-BCDB-DD2A78A579FA}"/>
              </a:ext>
            </a:extLst>
          </p:cNvPr>
          <p:cNvSpPr>
            <a:spLocks xmlns:a="http://schemas.openxmlformats.org/drawingml/2006/main" noGrp="1"/>
          </p:cNvSpPr>
          <p:nvPr>
            <p:ph idx="10" hasCustomPrompt="1"/>
          </p:nvPr>
        </p:nvSpPr>
        <p:spPr>
          <a:xfrm xmlns:a="http://schemas.openxmlformats.org/drawingml/2006/main">
            <a:off x="854155" y="3087865"/>
            <a:ext cx="10463134" cy="682269"/>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4800" b="1">
                <a:solidFill>
                  <a:schemeClr val="bg1"/>
                </a:solidFill>
                <a:latin typeface="Arial"/>
                <a:ea typeface="Arial"/>
                <a:cs typeface="Arial"/>
              </a:defRPr>
            </a:lvl1pPr>
          </a:lstStyle>
          <a:p xmlns:a="http://schemas.openxmlformats.org/drawingml/2006/main">
            <a:r>
              <a:t>XXXXXX</a:t>
            </a:r>
          </a:p>
        </p:txBody>
      </p:sp>
      <p:sp>
        <p:nvSpPr>
          <p:cNvPr id="35" name="ZoneTexte 34">
            <a:extLst xmlns:a="http://schemas.openxmlformats.org/drawingml/2006/main">
              <a:ext uri="{FF2B5EF4-FFF2-40B4-BE49-F238E27FC236}">
                <a16:creationId xmlns:a16="http://schemas.microsoft.com/office/drawing/2014/main" id="{E76DCFC1-283D-0C4E-927B-B8129C13B257}"/>
              </a:ext>
            </a:extLst>
          </p:cNvPr>
          <p:cNvSpPr>
            <a:spLocks xmlns:a="http://schemas.openxmlformats.org/drawingml/2006/main" noGrp="1"/>
          </p:cNvSpPr>
          <p:nvPr/>
        </p:nvSpPr>
        <p:spPr>
          <a:xfrm xmlns:a="http://schemas.openxmlformats.org/drawingml/2006/main">
            <a:off x="397750" y="6293078"/>
            <a:ext cx="704039" cy="21544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fld id="{A15C403E-F306-DA4E-BA99-282DFC5D540A}" type="datetime1">
              <a:rPr sz="800" b="1">
                <a:solidFill>
                  <a:schemeClr val="bg1"/>
                </a:solidFill>
                <a:latin typeface="Arial"/>
                <a:ea typeface="Arial"/>
                <a:cs typeface="Arial"/>
              </a:rPr>
              <a:t>01/09/2026</a:t>
            </a:fld>
            <a:endParaRPr sz="800" b="1">
              <a:solidFill>
                <a:schemeClr val="bg1"/>
              </a:solidFill>
              <a:latin typeface="Arial"/>
              <a:ea typeface="Arial"/>
              <a:cs typeface="Arial"/>
            </a:endParaRPr>
          </a:p>
        </p:txBody>
      </p:sp>
      <p:sp>
        <p:nvSpPr>
          <p:cNvPr id="36" name="ZoneTexte 35">
            <a:extLst xmlns:a="http://schemas.openxmlformats.org/drawingml/2006/main">
              <a:ext uri="{FF2B5EF4-FFF2-40B4-BE49-F238E27FC236}">
                <a16:creationId xmlns:a16="http://schemas.microsoft.com/office/drawing/2014/main" id="{9CD23A89-3770-D14B-A911-513CA7324AAF}"/>
              </a:ext>
            </a:extLst>
          </p:cNvPr>
          <p:cNvSpPr>
            <a:spLocks xmlns:a="http://schemas.openxmlformats.org/drawingml/2006/main" noGrp="1"/>
          </p:cNvSpPr>
          <p:nvPr/>
        </p:nvSpPr>
        <p:spPr>
          <a:xfrm xmlns:a="http://schemas.openxmlformats.org/drawingml/2006/main">
            <a:off x="10930303" y="6287426"/>
            <a:ext cx="367408"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BA6A69F9-9927-BA4C-8172-0FD11CA5671D}" type="slidenum">
              <a:rPr sz="800" b="1">
                <a:solidFill>
                  <a:schemeClr val="bg1"/>
                </a:solidFill>
                <a:latin typeface="Arial"/>
                <a:ea typeface="Arial"/>
                <a:cs typeface="Arial"/>
              </a:rPr>
              <a:t>‹#›</a:t>
            </a:fld>
            <a:endParaRPr sz="800" b="1">
              <a:solidFill>
                <a:schemeClr val="bg1"/>
              </a:solidFill>
              <a:latin typeface="Arial"/>
              <a:ea typeface="Arial"/>
              <a:cs typeface="Arial"/>
            </a:endParaRPr>
          </a:p>
        </p:txBody>
      </p:sp>
      <p:sp>
        <p:nvSpPr>
          <p:cNvPr id="38" name="Freeform 5">
            <a:extLst xmlns:a="http://schemas.openxmlformats.org/drawingml/2006/main">
              <a:ext uri="{FF2B5EF4-FFF2-40B4-BE49-F238E27FC236}">
                <a16:creationId xmlns:a16="http://schemas.microsoft.com/office/drawing/2014/main" id="{64456212-3C26-BC48-9CD3-1D5BFFCD6B99}"/>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39" name="Freeform 6">
            <a:extLst xmlns:a="http://schemas.openxmlformats.org/drawingml/2006/main">
              <a:ext uri="{FF2B5EF4-FFF2-40B4-BE49-F238E27FC236}">
                <a16:creationId xmlns:a16="http://schemas.microsoft.com/office/drawing/2014/main" id="{B8972A79-314E-174B-B70C-076D8DEA7D4C}"/>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0" name="Freeform 7">
            <a:extLst xmlns:a="http://schemas.openxmlformats.org/drawingml/2006/main">
              <a:ext uri="{FF2B5EF4-FFF2-40B4-BE49-F238E27FC236}">
                <a16:creationId xmlns:a16="http://schemas.microsoft.com/office/drawing/2014/main" id="{704AFA91-6734-894F-A0CB-2A7B53EE0C32}"/>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1" name="Freeform 8">
            <a:extLst xmlns:a="http://schemas.openxmlformats.org/drawingml/2006/main">
              <a:ext uri="{FF2B5EF4-FFF2-40B4-BE49-F238E27FC236}">
                <a16:creationId xmlns:a16="http://schemas.microsoft.com/office/drawing/2014/main" id="{55061A82-6246-A54D-9E57-9851E9EE5F23}"/>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2" name="Freeform 9">
            <a:extLst xmlns:a="http://schemas.openxmlformats.org/drawingml/2006/main">
              <a:ext uri="{FF2B5EF4-FFF2-40B4-BE49-F238E27FC236}">
                <a16:creationId xmlns:a16="http://schemas.microsoft.com/office/drawing/2014/main" id="{76A53059-ED82-1C4B-B9B3-E8AF1F8CFC1B}"/>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3" name="Freeform 10">
            <a:extLst xmlns:a="http://schemas.openxmlformats.org/drawingml/2006/main">
              <a:ext uri="{FF2B5EF4-FFF2-40B4-BE49-F238E27FC236}">
                <a16:creationId xmlns:a16="http://schemas.microsoft.com/office/drawing/2014/main" id="{3226F886-D63B-CF46-BDB4-556C4A610899}"/>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4" name="Freeform 11">
            <a:extLst xmlns:a="http://schemas.openxmlformats.org/drawingml/2006/main">
              <a:ext uri="{FF2B5EF4-FFF2-40B4-BE49-F238E27FC236}">
                <a16:creationId xmlns:a16="http://schemas.microsoft.com/office/drawing/2014/main" id="{FA299445-3BBE-8545-B9D2-E6F613891368}"/>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solidFill>
                <a:schemeClr val="bg1"/>
              </a:solidFill>
              <a:latin typeface="Arial"/>
              <a:ea typeface="Arial"/>
              <a:cs typeface="Arial"/>
            </a:endParaRPr>
          </a:p>
        </p:txBody>
      </p:sp>
      <p:sp>
        <p:nvSpPr>
          <p:cNvPr id="46" name="Espace réservé du texte 3">
            <a:extLst xmlns:a="http://schemas.openxmlformats.org/drawingml/2006/main">
              <a:ext uri="{FF2B5EF4-FFF2-40B4-BE49-F238E27FC236}">
                <a16:creationId xmlns:a16="http://schemas.microsoft.com/office/drawing/2014/main" id="{CC3BD6E1-0202-E94F-A4A6-F7053F23D715}"/>
              </a:ext>
            </a:extLst>
          </p:cNvPr>
          <p:cNvSpPr>
            <a:spLocks xmlns:a="http://schemas.openxmlformats.org/drawingml/2006/main" noGrp="1"/>
          </p:cNvSpPr>
          <p:nvPr/>
        </p:nvSpPr>
        <p:spPr>
          <a:xfrm xmlns:a="http://schemas.openxmlformats.org/drawingml/2006/main" rot="0" flipH="0" flipV="0">
            <a:off x="1417423" y="6288421"/>
            <a:ext cx="5762895" cy="247009"/>
          </a:xfrm>
          <a:prstGeom xmlns:a="http://schemas.openxmlformats.org/drawingml/2006/main" prst="rect">
            <a:avLst/>
          </a:prstGeom>
        </p:spPr>
        <p:txBody>
          <a:bodyPr xmlns:a="http://schemas.openxmlformats.org/drawingml/2006/main">
            <a:normAutofit/>
          </a:bodyPr>
          <a:lstStyle xmlns:a="http://schemas.openxmlformats.org/drawingml/2006/main">
            <a:lvl1pPr marR="0" algn="r">
              <a:lnSpc>
                <a:spcPct val="100000"/>
              </a:lnSpc>
              <a:spcBef>
                <a:spcPts val="0"/>
              </a:spcBef>
              <a:spcAft>
                <a:spcPts val="0"/>
              </a:spcAft>
              <a:buClr>
                <a:srgbClr val="000000"/>
              </a:buClr>
              <a:buFont typeface="Arial"/>
              <a:buNone/>
              <a:defRPr sz="1000" b="1" i="0" u="none" cap="none">
                <a:solidFill>
                  <a:schemeClr val="accent6"/>
                </a:solidFill>
                <a:latin typeface="Arial"/>
                <a:ea typeface="Arial"/>
                <a:cs typeface="Arial"/>
              </a:defRPr>
            </a:lvl1pPr>
            <a:lvl2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a:lstStyle>
          <a:p xmlns:a="http://schemas.openxmlformats.org/drawingml/2006/main">
            <a:pPr marL="0" marR="0" lvl="0" indent="0" algn="l" defTabSz="914400">
              <a:lnSpc>
                <a:spcPct val="100000"/>
              </a:lnSpc>
              <a:spcBef>
                <a:spcPts val="0"/>
              </a:spcBef>
              <a:spcAft>
                <a:spcPts val="0"/>
              </a:spcAft>
              <a:buClr>
                <a:srgbClr val="000000"/>
              </a:buClr>
              <a:buSzTx/>
              <a:buFont typeface="Arial"/>
              <a:buNone/>
            </a:pPr>
            <a:r>
              <a:rPr sz="800" b="1" i="0" u="none" cap="none" spc="0">
                <a:ln>
                  <a:noFill/>
                </a:ln>
                <a:solidFill>
                  <a:schemeClr val="bg1"/>
                </a:solidFill>
                <a:latin typeface="Arial"/>
                <a:ea typeface="Arial"/>
                <a:cs typeface="Arial"/>
              </a:rPr>
              <a:t>GEM « </a:t>
            </a:r>
            <a:r>
              <a:rPr sz="800" b="1" i="0" u="none" cap="none" spc="0">
                <a:ln>
                  <a:noFill/>
                </a:ln>
                <a:solidFill>
                  <a:schemeClr val="bg1"/>
                </a:solidFill>
                <a:latin typeface="Arial"/>
                <a:ea typeface="Arial"/>
                <a:cs typeface="Arial"/>
              </a:rPr>
              <a:t>We</a:t>
            </a:r>
            <a:r>
              <a:rPr sz="800" b="1" i="0" u="none" cap="none" spc="0">
                <a:ln>
                  <a:noFill/>
                </a:ln>
                <a:solidFill>
                  <a:schemeClr val="bg1"/>
                </a:solidFill>
                <a:latin typeface="Arial"/>
                <a:ea typeface="Arial"/>
                <a:cs typeface="Arial"/>
              </a:rPr>
              <a:t> </a:t>
            </a:r>
            <a:r>
              <a:rPr sz="800" b="1" i="0" u="none" cap="none" spc="0">
                <a:ln>
                  <a:noFill/>
                </a:ln>
                <a:solidFill>
                  <a:schemeClr val="bg1"/>
                </a:solidFill>
                <a:latin typeface="Arial"/>
                <a:ea typeface="Arial"/>
                <a:cs typeface="Arial"/>
              </a:rPr>
              <a:t>energize</a:t>
            </a:r>
            <a:r>
              <a:rPr sz="800" b="1" i="0" u="none" cap="none" spc="0">
                <a:ln>
                  <a:noFill/>
                </a:ln>
                <a:solidFill>
                  <a:schemeClr val="bg1"/>
                </a:solidFill>
                <a:latin typeface="Arial"/>
                <a:ea typeface="Arial"/>
                <a:cs typeface="Arial"/>
              </a:rPr>
              <a:t> a </a:t>
            </a:r>
            <a:r>
              <a:rPr sz="800" b="1" i="0" u="none" cap="none" spc="0">
                <a:ln>
                  <a:noFill/>
                </a:ln>
                <a:solidFill>
                  <a:schemeClr val="bg1"/>
                </a:solidFill>
                <a:latin typeface="Arial"/>
                <a:ea typeface="Arial"/>
                <a:cs typeface="Arial"/>
              </a:rPr>
              <a:t>sustainable</a:t>
            </a:r>
            <a:r>
              <a:rPr sz="800" b="1" i="0" u="none" cap="none" spc="0">
                <a:ln>
                  <a:noFill/>
                </a:ln>
                <a:solidFill>
                  <a:schemeClr val="bg1"/>
                </a:solidFill>
                <a:latin typeface="Arial"/>
                <a:ea typeface="Arial"/>
                <a:cs typeface="Arial"/>
              </a:rPr>
              <a:t> world, </a:t>
            </a:r>
            <a:r>
              <a:rPr sz="800" b="1" i="0" u="none" cap="none" spc="0">
                <a:ln>
                  <a:noFill/>
                </a:ln>
                <a:solidFill>
                  <a:schemeClr val="bg1"/>
                </a:solidFill>
                <a:latin typeface="Arial"/>
                <a:ea typeface="Arial"/>
                <a:cs typeface="Arial"/>
              </a:rPr>
              <a:t>caring</a:t>
            </a:r>
            <a:r>
              <a:rPr sz="800" b="1" i="0" u="none" cap="none" spc="0">
                <a:ln>
                  <a:noFill/>
                </a:ln>
                <a:solidFill>
                  <a:schemeClr val="bg1"/>
                </a:solidFill>
                <a:latin typeface="Arial"/>
                <a:ea typeface="Arial"/>
                <a:cs typeface="Arial"/>
              </a:rPr>
              <a:t> about People, Profit and Planet »</a:t>
            </a:r>
          </a:p>
          <a:p xmlns:a="http://schemas.openxmlformats.org/drawingml/2006/main">
            <a:pPr marL="0" marR="0" lvl="0" indent="0" algn="l" defTabSz="914400">
              <a:lnSpc>
                <a:spcPct val="100000"/>
              </a:lnSpc>
              <a:spcBef>
                <a:spcPts val="0"/>
              </a:spcBef>
              <a:spcAft>
                <a:spcPts val="0"/>
              </a:spcAft>
              <a:buClr>
                <a:srgbClr val="000000"/>
              </a:buClr>
              <a:buSzTx/>
              <a:buFont typeface="Arial"/>
              <a:buNone/>
            </a:pPr>
            <a:endParaRPr sz="800" b="1" i="0" u="none" kern="0" cap="none" spc="0" baseline="0">
              <a:ln>
                <a:noFill/>
              </a:ln>
              <a:solidFill>
                <a:schemeClr val="bg1"/>
              </a:solidFill>
              <a:latin typeface="Arial"/>
              <a:ea typeface="Arial"/>
              <a:cs typeface="Arial"/>
            </a:endParaRPr>
          </a:p>
        </p:txBody>
      </p:sp>
      <p:pic>
        <p:nvPicPr>
          <p:cNvPr id="65" name="Graphique 46"/>
          <p:cNvPicPr>
            <a:picLocks xmlns:a="http://schemas.openxmlformats.org/drawingml/2006/main" noChangeAspect="1"/>
          </p:cNvPicPr>
          <p:nvPr/>
        </p:nvPicPr>
        <p:blipFill>
          <a:blip xmlns:r="http://schemas.openxmlformats.org/officeDocument/2006/relationships" xmlns:a="http://schemas.openxmlformats.org/drawingml/2006/main" r:embed="Ra5504dce04fd4384">
            <a:extLst>
              <a:ext uri="{96DAC541-7B7A-43D3-8B79-37D633B846F1}">
                <asvg:svgBlip xmlns:asvg="http://schemas.microsoft.com/office/drawing/2016/SVG/main" r:embed="R6e774fd21dcf46c2"/>
              </a:ext>
            </a:extLst>
          </a:blip>
          <a:stretch xmlns:a="http://schemas.openxmlformats.org/drawingml/2006/main">
            <a:fillRect l="0" t="0" r="0" b="0"/>
          </a:stretch>
        </p:blipFill>
        <p:spPr>
          <a:xfrm xmlns:a="http://schemas.openxmlformats.org/drawingml/2006/main" rot="0" flipH="0" flipV="0">
            <a:off x="1382465" y="6356326"/>
            <a:ext cx="77407" cy="77407"/>
          </a:xfrm>
          <a:prstGeom xmlns:a="http://schemas.openxmlformats.org/drawingml/2006/main" prst="rect">
            <a:avLst/>
          </a:prstGeom>
        </p:spPr>
      </p:pic>
      <p:sp>
        <p:nvSpPr>
          <p:cNvPr id="48" name="Connecteur droit 47">
            <a:extLst xmlns:a="http://schemas.openxmlformats.org/drawingml/2006/main">
              <a:ext uri="{FF2B5EF4-FFF2-40B4-BE49-F238E27FC236}">
                <a16:creationId xmlns:a16="http://schemas.microsoft.com/office/drawing/2014/main" id="{D41F5BE1-D3EC-4C3E-B914-2EC15E0E5DE8}"/>
              </a:ext>
            </a:extLst>
          </p:cNvPr>
          <p:cNvSpPr>
            <a:spLocks xmlns:a="http://schemas.openxmlformats.org/drawingml/2006/main" noGrp="1"/>
          </p:cNvSpPr>
          <p:nvPr/>
        </p:nvSpPr>
        <p:spPr>
          <a:xfrm xmlns:a="http://schemas.openxmlformats.org/drawingml/2006/main">
            <a:off x="11205671" y="6295073"/>
            <a:ext cx="0" cy="177977"/>
          </a:xfrm>
          <a:prstGeom xmlns:a="http://schemas.openxmlformats.org/drawingml/2006/main" prst="line">
            <a:avLst/>
          </a:prstGeom>
          <a:noFill xmlns:a="http://schemas.openxmlformats.org/drawingml/2006/main"/>
          <a:ln xmlns:a="http://schemas.openxmlformats.org/drawingml/2006/main" w="6350">
            <a:gradFill rotWithShape="1">
              <a:gsLst>
                <a:gs pos="0">
                  <a:sysClr val="window" lastClr="FFFFFF">
                    <a:alpha val="0"/>
                  </a:sysClr>
                </a:gs>
                <a:gs pos="51000">
                  <a:schemeClr val="bg1"/>
                </a:gs>
                <a:gs pos="100000">
                  <a:sysClr val="window" lastClr="FFFFFF">
                    <a:alpha val="0"/>
                  </a:sysClr>
                </a:gs>
              </a:gsLst>
              <a:lin ang="5400000" scaled="1"/>
              <a:tileRect/>
            </a:gradFill>
            <a:prstDash val="solid"/>
          </a:ln>
        </p:spPr>
      </p:sp>
    </p:spTree>
  </p:cSld>
</p:sldLayout>
</file>

<file path=ppt/slideLayouts/slideLayout30.xml><?xml version="1.0" encoding="utf-8"?>
<p:sldLayout xmlns:p="http://schemas.openxmlformats.org/presentationml/2006/main" preserve="1" userDrawn="1">
  <p:cSld name="1_Disposition personnalisée">
    <p:spTree>
      <p:nvGrpSpPr>
        <p:cNvPr id="1" name=""/>
        <p:cNvGrpSpPr/>
        <p:nvPr/>
      </p:nvGrpSpPr>
      <p:grpSpPr>
        <a:xfrm xmlns:a="http://schemas.openxmlformats.org/drawingml/2006/main"/>
      </p:grpSpPr>
      <p:sp>
        <p:nvSpPr>
          <p:cNvPr id="8" name="Espace réservé du texte 6">
            <a:extLst xmlns:a="http://schemas.openxmlformats.org/drawingml/2006/main">
              <a:ext uri="{FF2B5EF4-FFF2-40B4-BE49-F238E27FC236}">
                <a16:creationId xmlns:a16="http://schemas.microsoft.com/office/drawing/2014/main" id="{6F77CAC9-1C4F-A544-9BAC-643D9CE65943}"/>
              </a:ext>
            </a:extLst>
          </p:cNvPr>
          <p:cNvSpPr>
            <a:spLocks xmlns:a="http://schemas.openxmlformats.org/drawingml/2006/main" noGrp="1"/>
          </p:cNvSpPr>
          <p:nvPr>
            <p:ph type="body" idx="12" hasCustomPrompt="1"/>
          </p:nvPr>
        </p:nvSpPr>
        <p:spPr>
          <a:xfrm xmlns:a="http://schemas.openxmlformats.org/drawingml/2006/main">
            <a:off x="868364" y="1103158"/>
            <a:ext cx="10455274" cy="295275"/>
          </a:xfrm>
          <a:prstGeom xmlns:a="http://schemas.openxmlformats.org/drawingml/2006/main" prst="rect">
            <a:avLst/>
          </a:prstGeom>
        </p:spPr>
        <p:txBody>
          <a:bodyPr xmlns:a="http://schemas.openxmlformats.org/drawingml/2006/main" lIns="0" tIns="0" rIns="0" bIns="0" anchor="b"/>
          <a:lstStyle xmlns:a="http://schemas.openxmlformats.org/drawingml/2006/main">
            <a:lvl1pPr>
              <a:buNone/>
              <a:defRPr sz="1400" b="0" cap="all" baseline="0">
                <a:solidFill>
                  <a:schemeClr val="tx2">
                    <a:lumMod val="75000"/>
                  </a:schemeClr>
                </a:solidFill>
              </a:defRPr>
            </a:lvl1pPr>
          </a:lstStyle>
          <a:p xmlns:a="http://schemas.openxmlformats.org/drawingml/2006/main">
            <a:pPr lvl="0">
              <a:buNone/>
            </a:pPr>
            <a:r>
              <a:t>SUBTITLE</a:t>
            </a:r>
          </a:p>
        </p:txBody>
      </p:sp>
      <p:sp>
        <p:nvSpPr>
          <p:cNvPr id="9" name="Titre 1">
            <a:extLst xmlns:a="http://schemas.openxmlformats.org/drawingml/2006/main">
              <a:ext uri="{FF2B5EF4-FFF2-40B4-BE49-F238E27FC236}">
                <a16:creationId xmlns:a16="http://schemas.microsoft.com/office/drawing/2014/main" id="{6B44C223-5313-6945-8429-D151D0A7DBDC}"/>
              </a:ext>
            </a:extLst>
          </p:cNvPr>
          <p:cNvSpPr>
            <a:spLocks xmlns:a="http://schemas.openxmlformats.org/drawingml/2006/main" noGrp="1"/>
          </p:cNvSpPr>
          <p:nvPr>
            <p:ph type="title" idx="0" hasCustomPrompt="1"/>
          </p:nvPr>
        </p:nvSpPr>
        <p:spPr>
          <a:xfrm xmlns:a="http://schemas.openxmlformats.org/drawingml/2006/main">
            <a:off x="879652" y="776464"/>
            <a:ext cx="10455273" cy="369332"/>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lvl1pPr>
              <a:buNone/>
              <a:defRPr sz="2400" kern="0" spc="0">
                <a:ln>
                  <a:noFill/>
                </a:ln>
                <a:gradFill>
                  <a:gsLst>
                    <a:gs pos="0">
                      <a:srgbClr val="198ABB"/>
                    </a:gs>
                    <a:gs pos="100000">
                      <a:srgbClr val="3AD1B0"/>
                    </a:gs>
                  </a:gsLst>
                  <a:lin ang="2700000" scaled="1"/>
                </a:gradFill>
              </a:defRPr>
            </a:lvl1pPr>
          </a:lstStyle>
          <a:p xmlns:a="http://schemas.openxmlformats.org/drawingml/2006/main">
            <a:pPr marL="0" lvl="0" indent="0" defTabSz="914400">
              <a:buSzTx/>
              <a:buNone/>
            </a:pPr>
            <a:r>
              <a:t>TITLE</a:t>
            </a:r>
          </a:p>
        </p:txBody>
      </p:sp>
    </p:spTree>
  </p:cSld>
</p:sldLayout>
</file>

<file path=ppt/slideLayouts/slideLayout31.xml><?xml version="1.0" encoding="utf-8"?>
<p:sldLayout xmlns:p="http://schemas.openxmlformats.org/presentationml/2006/main" showMasterSp="0" userDrawn="1">
  <p:cSld name="Custom Layou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A494AB-3C5B-42CB-9652-110FFCA5E024}"/>
              </a:ext>
            </a:extLst>
          </p:cNvPr>
          <p:cNvSpPr>
            <a:spLocks xmlns:a="http://schemas.openxmlformats.org/drawingml/2006/main" noGrp="1"/>
          </p:cNvSpPr>
          <p:nvPr>
            <p:ph type="title" idx="0" hasCustomPrompt="1"/>
          </p:nvPr>
        </p:nvSpPr>
        <p:spPr>
          <a:xfrm xmlns:a="http://schemas.openxmlformats.org/drawingml/2006/main">
            <a:off x="7230414" y="2456811"/>
            <a:ext cx="3798145" cy="972189"/>
          </a:xfrm>
        </p:spPr>
        <p:txBody>
          <a:bodyPr xmlns:a="http://schemas.openxmlformats.org/drawingml/2006/main" anchor="b"/>
          <a:lstStyle xmlns:a="http://schemas.openxmlformats.org/drawingml/2006/main">
            <a:lvl1pPr algn="ctr">
              <a:lnSpc>
                <a:spcPct val="70000"/>
              </a:lnSpc>
              <a:buNone/>
              <a:defRPr sz="8000" cap="none" baseline="0"/>
            </a:lvl1pPr>
          </a:lstStyle>
          <a:p xmlns:a="http://schemas.openxmlformats.org/drawingml/2006/main">
            <a:r>
              <a:t>Title</a:t>
            </a:r>
            <a:endParaRPr/>
          </a:p>
        </p:txBody>
      </p:sp>
      <p:sp>
        <p:nvSpPr>
          <p:cNvPr id="7" name="Connecteur droit 15">
            <a:extLst xmlns:a="http://schemas.openxmlformats.org/drawingml/2006/main">
              <a:ext uri="{FF2B5EF4-FFF2-40B4-BE49-F238E27FC236}">
                <a16:creationId xmlns:a16="http://schemas.microsoft.com/office/drawing/2014/main" id="{1E9CF7AE-45E0-4F12-805D-CCBE456CD3F7}"/>
              </a:ext>
            </a:extLst>
          </p:cNvPr>
          <p:cNvSpPr>
            <a:spLocks xmlns:a="http://schemas.openxmlformats.org/drawingml/2006/main" noGrp="1"/>
          </p:cNvSpPr>
          <p:nvPr/>
        </p:nvSpPr>
        <p:spPr>
          <a:xfrm xmlns:a="http://schemas.openxmlformats.org/drawingml/2006/main" rot="0" flipH="0" flipV="0">
            <a:off x="8118476" y="4990192"/>
            <a:ext cx="339272" cy="0"/>
          </a:xfrm>
          <a:prstGeom xmlns:a="http://schemas.openxmlformats.org/drawingml/2006/main" prst="line">
            <a:avLst/>
          </a:prstGeom>
          <a:ln xmlns:a="http://schemas.openxmlformats.org/drawingml/2006/main" w="63500">
            <a:gradFill>
              <a:gsLst>
                <a:gs pos="0">
                  <a:schemeClr val="accent1"/>
                </a:gs>
                <a:gs pos="100000">
                  <a:schemeClr val="accent2"/>
                </a:gs>
              </a:gsLst>
              <a:lin ang="2159400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Connecteur droit 17">
            <a:extLst xmlns:a="http://schemas.openxmlformats.org/drawingml/2006/main">
              <a:ext uri="{FF2B5EF4-FFF2-40B4-BE49-F238E27FC236}">
                <a16:creationId xmlns:a16="http://schemas.microsoft.com/office/drawing/2014/main" id="{2563ACA1-4780-48E2-ABF7-5DF8E1722C54}"/>
              </a:ext>
            </a:extLst>
          </p:cNvPr>
          <p:cNvSpPr>
            <a:spLocks xmlns:a="http://schemas.openxmlformats.org/drawingml/2006/main" noGrp="1"/>
          </p:cNvSpPr>
          <p:nvPr/>
        </p:nvSpPr>
        <p:spPr>
          <a:xfrm xmlns:a="http://schemas.openxmlformats.org/drawingml/2006/main" rot="0" flipH="0" flipV="0">
            <a:off x="9801226" y="4990192"/>
            <a:ext cx="339272" cy="0"/>
          </a:xfrm>
          <a:prstGeom xmlns:a="http://schemas.openxmlformats.org/drawingml/2006/main" prst="line">
            <a:avLst/>
          </a:prstGeom>
          <a:ln xmlns:a="http://schemas.openxmlformats.org/drawingml/2006/main" w="63500">
            <a:gradFill>
              <a:gsLst>
                <a:gs pos="0">
                  <a:schemeClr val="accent1"/>
                </a:gs>
                <a:gs pos="100000">
                  <a:schemeClr val="accent2"/>
                </a:gs>
              </a:gsLst>
              <a:lin ang="2159400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Text Placeholder 10">
            <a:extLst xmlns:a="http://schemas.openxmlformats.org/drawingml/2006/main">
              <a:ext uri="{FF2B5EF4-FFF2-40B4-BE49-F238E27FC236}">
                <a16:creationId xmlns:a16="http://schemas.microsoft.com/office/drawing/2014/main" id="{2CD743A0-02A7-4188-B456-6D8CA022131D}"/>
              </a:ext>
            </a:extLst>
          </p:cNvPr>
          <p:cNvSpPr>
            <a:spLocks xmlns:a="http://schemas.openxmlformats.org/drawingml/2006/main" noGrp="1"/>
          </p:cNvSpPr>
          <p:nvPr>
            <p:ph type="body" idx="10" hasCustomPrompt="1"/>
          </p:nvPr>
        </p:nvSpPr>
        <p:spPr>
          <a:xfrm xmlns:a="http://schemas.openxmlformats.org/drawingml/2006/main">
            <a:off x="8437788" y="4508434"/>
            <a:ext cx="1383396" cy="914400"/>
          </a:xfrm>
        </p:spPr>
        <p:txBody>
          <a:bodyPr xmlns:a="http://schemas.openxmlformats.org/drawingml/2006/main" anchor="ctr">
            <a:noAutofit/>
          </a:bodyPr>
          <a:lstStyle xmlns:a="http://schemas.openxmlformats.org/drawingml/2006/main">
            <a:lvl1pPr marL="0" indent="0" algn="ctr">
              <a:buFont typeface="Arial"/>
              <a:buNone/>
              <a:defRPr sz="6600" b="1" i="0" u="none" kern="1200" cap="none" spc="-300" baseline="0">
                <a:ln>
                  <a:noFill/>
                </a:ln>
                <a:gradFill>
                  <a:gsLst>
                    <a:gs pos="100000">
                      <a:srgbClr val="3BD3AD"/>
                    </a:gs>
                    <a:gs pos="0">
                      <a:srgbClr val="35BBFA"/>
                    </a:gs>
                  </a:gsLst>
                  <a:lin ang="2700000" scaled="1"/>
                </a:gradFill>
                <a:latin typeface="Arial"/>
                <a:ea typeface="Arial"/>
                <a:cs typeface="Arial"/>
              </a:defRPr>
            </a:lvl1pPr>
          </a:lstStyle>
          <a:p xmlns:a="http://schemas.openxmlformats.org/drawingml/2006/main">
            <a:pPr lvl="0">
              <a:buNone/>
            </a:pPr>
            <a:r>
              <a:t>01</a:t>
            </a:r>
            <a:endParaRPr/>
          </a:p>
        </p:txBody>
      </p:sp>
      <p:sp>
        <p:nvSpPr>
          <p:cNvPr id="15" name="Picture Placeholder 13">
            <a:extLst xmlns:a="http://schemas.openxmlformats.org/drawingml/2006/main">
              <a:ext uri="{FF2B5EF4-FFF2-40B4-BE49-F238E27FC236}">
                <a16:creationId xmlns:a16="http://schemas.microsoft.com/office/drawing/2014/main" id="{35640EDC-153F-4790-B87E-441B73B8A802}"/>
              </a:ext>
            </a:extLst>
          </p:cNvPr>
          <p:cNvSpPr>
            <a:spLocks xmlns:a="http://schemas.openxmlformats.org/drawingml/2006/main" noGrp="1"/>
          </p:cNvSpPr>
          <p:nvPr>
            <p:ph type="pic" idx="11" hasCustomPrompt="1"/>
          </p:nvPr>
        </p:nvSpPr>
        <p:spPr>
          <a:xfrm xmlns:a="http://schemas.openxmlformats.org/drawingml/2006/main">
            <a:off x="762" y="0"/>
            <a:ext cx="6095238" cy="6858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lvl1pPr>
              <a:buNone/>
              <a:defRPr/>
            </a:lvl1pPr>
          </a:lstStyle>
          <a:p xmlns:a="http://schemas.openxmlformats.org/drawingml/2006/main">
            <a:r>
              <a:t> </a:t>
            </a:r>
          </a:p>
        </p:txBody>
      </p:sp>
      <p:sp>
        <p:nvSpPr>
          <p:cNvPr id="10" name="Freeform 5">
            <a:extLst xmlns:a="http://schemas.openxmlformats.org/drawingml/2006/main">
              <a:ext uri="{FF2B5EF4-FFF2-40B4-BE49-F238E27FC236}">
                <a16:creationId xmlns:a16="http://schemas.microsoft.com/office/drawing/2014/main" id="{36069AAA-4592-4F47-88E4-BC96C90D0CCB}"/>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1" name="Freeform 6">
            <a:extLst xmlns:a="http://schemas.openxmlformats.org/drawingml/2006/main">
              <a:ext uri="{FF2B5EF4-FFF2-40B4-BE49-F238E27FC236}">
                <a16:creationId xmlns:a16="http://schemas.microsoft.com/office/drawing/2014/main" id="{BAFEBA18-075A-452F-9DDB-D31F2DCEBCD1}"/>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3" name="Freeform 7">
            <a:extLst xmlns:a="http://schemas.openxmlformats.org/drawingml/2006/main">
              <a:ext uri="{FF2B5EF4-FFF2-40B4-BE49-F238E27FC236}">
                <a16:creationId xmlns:a16="http://schemas.microsoft.com/office/drawing/2014/main" id="{6FB67E7A-D422-49E4-8819-FD565F1C8D27}"/>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4" name="Freeform 8">
            <a:extLst xmlns:a="http://schemas.openxmlformats.org/drawingml/2006/main">
              <a:ext uri="{FF2B5EF4-FFF2-40B4-BE49-F238E27FC236}">
                <a16:creationId xmlns:a16="http://schemas.microsoft.com/office/drawing/2014/main" id="{CB0A375E-EA1A-40E7-8B07-B165DD526569}"/>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6" name="Freeform 9">
            <a:extLst xmlns:a="http://schemas.openxmlformats.org/drawingml/2006/main">
              <a:ext uri="{FF2B5EF4-FFF2-40B4-BE49-F238E27FC236}">
                <a16:creationId xmlns:a16="http://schemas.microsoft.com/office/drawing/2014/main" id="{5680FA9D-4886-4971-8BE6-F61B15E76E66}"/>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7" name="Freeform 10">
            <a:extLst xmlns:a="http://schemas.openxmlformats.org/drawingml/2006/main">
              <a:ext uri="{FF2B5EF4-FFF2-40B4-BE49-F238E27FC236}">
                <a16:creationId xmlns:a16="http://schemas.microsoft.com/office/drawing/2014/main" id="{B874813B-856F-40F6-A824-70BE472FFF4E}"/>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8" name="Freeform 11">
            <a:extLst xmlns:a="http://schemas.openxmlformats.org/drawingml/2006/main">
              <a:ext uri="{FF2B5EF4-FFF2-40B4-BE49-F238E27FC236}">
                <a16:creationId xmlns:a16="http://schemas.microsoft.com/office/drawing/2014/main" id="{E7F9A35E-05D7-4D47-AEEB-4179C9D73C58}"/>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Tree>
  </p:cSld>
</p:sldLayout>
</file>

<file path=ppt/slideLayouts/slideLayout32.xml><?xml version="1.0" encoding="utf-8"?>
<p:sldLayout xmlns:p="http://schemas.openxmlformats.org/presentationml/2006/main" userDrawn="1">
  <p:cSld name="Titre et contenu B">
    <p:spTree>
      <p:nvGrpSpPr>
        <p:cNvPr id="1" name=""/>
        <p:cNvGrpSpPr/>
        <p:nvPr/>
      </p:nvGrpSpPr>
      <p:grpSpPr>
        <a:xfrm xmlns:a="http://schemas.openxmlformats.org/drawingml/2006/main"/>
      </p:grpSpPr>
      <p:sp>
        <p:nvSpPr>
          <p:cNvPr id="3" name="Espace réservé du contenu 2">
            <a:extLst xmlns:a="http://schemas.openxmlformats.org/drawingml/2006/main">
              <a:ext uri="{FF2B5EF4-FFF2-40B4-BE49-F238E27FC236}">
                <a16:creationId xmlns:a16="http://schemas.microsoft.com/office/drawing/2014/main" id="{6114DAA1-7043-4FC2-9BF0-5D7C5F0DAB83}"/>
              </a:ext>
            </a:extLst>
          </p:cNvPr>
          <p:cNvSpPr>
            <a:spLocks xmlns:a="http://schemas.openxmlformats.org/drawingml/2006/main" noGrp="1"/>
          </p:cNvSpPr>
          <p:nvPr>
            <p:ph idx="1" hasCustomPrompt="1"/>
          </p:nvPr>
        </p:nvSpPr>
        <p:spPr/>
        <p:txBody>
          <a:bodyPr xmlns:a="http://schemas.openxmlformats.org/drawingml/2006/main"/>
          <a:lstStyle xmlns:a="http://schemas.openxmlformats.org/drawingml/2006/main">
            <a:lvl1pPr marL="0" indent="0">
              <a:buFontTx/>
              <a:buNone/>
              <a:defRPr sz="2000"/>
            </a:lvl1pPr>
            <a:lvl2pPr marL="216000" indent="-216000">
              <a:buClr>
                <a:schemeClr val="accent1"/>
              </a:buClr>
              <a:buSzPct val="70000"/>
              <a:buFont typeface="Wingdings"/>
              <a:buChar char=""/>
              <a:defRPr sz="1800"/>
            </a:lvl2pPr>
            <a:lvl3pPr>
              <a:buNone/>
              <a:defRPr sz="1600"/>
            </a:lvl3pPr>
            <a:lvl4pPr>
              <a:buNone/>
              <a:defRPr sz="1400" baseline="0"/>
            </a:lvl4pPr>
            <a:lvl5pPr>
              <a:buNone/>
              <a:defRPr sz="1200"/>
            </a:lvl5pPr>
          </a:lstStyle>
          <a:p xmlns:a="http://schemas.openxmlformats.org/drawingml/2006/main">
            <a:pPr lvl="0">
              <a:buNone/>
            </a:pPr>
            <a:r>
              <a:t>Texte de niveau 1</a:t>
            </a:r>
          </a:p>
          <a:p xmlns:a="http://schemas.openxmlformats.org/drawingml/2006/main">
            <a:pPr lvl="1">
              <a:buNone/>
            </a:pPr>
            <a:r>
              <a:t>Texte de niveau 2</a:t>
            </a:r>
          </a:p>
        </p:txBody>
      </p:sp>
      <p:sp>
        <p:nvSpPr>
          <p:cNvPr id="5" name="Espace réservé du texte 4">
            <a:extLst xmlns:a="http://schemas.openxmlformats.org/drawingml/2006/main">
              <a:ext uri="{FF2B5EF4-FFF2-40B4-BE49-F238E27FC236}">
                <a16:creationId xmlns:a16="http://schemas.microsoft.com/office/drawing/2014/main" id="{005F09CE-46D8-4064-8266-96898EDB9CA5}"/>
              </a:ext>
            </a:extLst>
          </p:cNvPr>
          <p:cNvSpPr>
            <a:spLocks xmlns:a="http://schemas.openxmlformats.org/drawingml/2006/main" noGrp="1"/>
          </p:cNvSpPr>
          <p:nvPr>
            <p:ph type="body" idx="10" hasCustomPrompt="1"/>
          </p:nvPr>
        </p:nvSpPr>
        <p:spPr>
          <a:xfrm xmlns:a="http://schemas.openxmlformats.org/drawingml/2006/main">
            <a:off x="436034" y="333375"/>
            <a:ext cx="11319933" cy="899381"/>
          </a:xfrm>
        </p:spPr>
        <p:txBody>
          <a:bodyPr xmlns:a="http://schemas.openxmlformats.org/drawingml/2006/main" anchor="ctr"/>
          <a:lstStyle xmlns:a="http://schemas.openxmlformats.org/drawingml/2006/main">
            <a:lvl1pPr marL="0" indent="0">
              <a:lnSpc>
                <a:spcPct val="90000"/>
              </a:lnSpc>
              <a:spcBef>
                <a:spcPts val="0"/>
              </a:spcBef>
              <a:spcAft>
                <a:spcPts val="0"/>
              </a:spcAft>
              <a:buSzPct val="25000"/>
              <a:buFontTx/>
              <a:buNone/>
              <a:defRPr sz="2300" b="1">
                <a:solidFill>
                  <a:schemeClr val="accent1"/>
                </a:solidFill>
              </a:defRPr>
            </a:lvl1pPr>
            <a:lvl2pPr marL="0" indent="0">
              <a:lnSpc>
                <a:spcPct val="90000"/>
              </a:lnSpc>
              <a:spcBef>
                <a:spcPts val="0"/>
              </a:spcBef>
              <a:spcAft>
                <a:spcPts val="0"/>
              </a:spcAft>
              <a:buSzPct val="25000"/>
              <a:buFontTx/>
              <a:buNone/>
              <a:defRPr sz="2000">
                <a:solidFill>
                  <a:schemeClr val="accent1"/>
                </a:solidFill>
              </a:defRPr>
            </a:lvl2pPr>
          </a:lstStyle>
          <a:p xmlns:a="http://schemas.openxmlformats.org/drawingml/2006/main">
            <a:pPr lvl="0">
              <a:buNone/>
            </a:pPr>
            <a:r>
              <a:t>TITRE</a:t>
            </a:r>
          </a:p>
          <a:p xmlns:a="http://schemas.openxmlformats.org/drawingml/2006/main">
            <a:pPr lvl="1">
              <a:buNone/>
            </a:pPr>
            <a:r>
              <a:t>Sous-titre</a:t>
            </a:r>
          </a:p>
        </p:txBody>
      </p:sp>
      <p:sp>
        <p:nvSpPr>
          <p:cNvPr id="2" name="Espace réservé de la date 1">
            <a:extLst xmlns:a="http://schemas.openxmlformats.org/drawingml/2006/main">
              <a:ext uri="{FF2B5EF4-FFF2-40B4-BE49-F238E27FC236}">
                <a16:creationId xmlns:a16="http://schemas.microsoft.com/office/drawing/2014/main" id="{35478F3E-ADDA-44CA-976D-3D08FAF730AE}"/>
              </a:ext>
            </a:extLst>
          </p:cNvPr>
          <p:cNvSpPr>
            <a:spLocks xmlns:a="http://schemas.openxmlformats.org/drawingml/2006/main" noGrp="1"/>
          </p:cNvSpPr>
          <p:nvPr>
            <p:ph type="dt" idx="11"/>
          </p:nvPr>
        </p:nvSpPr>
        <p:spPr/>
        <p:txBody>
          <a:bodyPr xmlns:a="http://schemas.openxmlformats.org/drawingml/2006/main"/>
          <a:lstStyle xmlns:a="http://schemas.openxmlformats.org/drawingml/2006/main"/>
          <a:p xmlns:a="http://schemas.openxmlformats.org/drawingml/2006/main">
            <a:pPr algn="l">
              <a:buNone/>
            </a:pPr>
            <a:fld id="{D7AEB94C-2E01-B241-9301-190E8FE9A359}" type="datetime1">
              <a:t>9/1/2026</a:t>
            </a:fld>
            <a:endParaRPr/>
          </a:p>
        </p:txBody>
      </p:sp>
      <p:sp>
        <p:nvSpPr>
          <p:cNvPr id="4" name="Espace réservé du pied de page 3">
            <a:extLst xmlns:a="http://schemas.openxmlformats.org/drawingml/2006/main">
              <a:ext uri="{FF2B5EF4-FFF2-40B4-BE49-F238E27FC236}">
                <a16:creationId xmlns:a16="http://schemas.microsoft.com/office/drawing/2014/main" id="{FD876D11-389C-449B-8700-ABEB2AF764E0}"/>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pPr algn="l">
              <a:buNone/>
            </a:pPr>
            <a:endParaRPr/>
          </a:p>
        </p:txBody>
      </p:sp>
      <p:sp>
        <p:nvSpPr>
          <p:cNvPr id="6" name="Espace réservé du numéro de diapositive 5">
            <a:extLst xmlns:a="http://schemas.openxmlformats.org/drawingml/2006/main">
              <a:ext uri="{FF2B5EF4-FFF2-40B4-BE49-F238E27FC236}">
                <a16:creationId xmlns:a16="http://schemas.microsoft.com/office/drawing/2014/main" id="{36B74276-6E27-47B5-B002-B1BCC3237D3A}"/>
              </a:ext>
            </a:extLst>
          </p:cNvPr>
          <p:cNvSpPr>
            <a:spLocks xmlns:a="http://schemas.openxmlformats.org/drawingml/2006/main" noGrp="1"/>
          </p:cNvSpPr>
          <p:nvPr>
            <p:ph type="sldNum" idx="13"/>
          </p:nvPr>
        </p:nvSpPr>
        <p:spPr/>
        <p:txBody>
          <a:bodyPr xmlns:a="http://schemas.openxmlformats.org/drawingml/2006/main"/>
          <a:lstStyle xmlns:a="http://schemas.openxmlformats.org/drawingml/2006/main"/>
          <a:p xmlns:a="http://schemas.openxmlformats.org/drawingml/2006/main">
            <a:fld id="{733122C9-A0B9-462F-8757-0847AD287B63}" type="slidenum">
              <a:t>‹#›</a:t>
            </a:fld>
            <a:endParaRPr/>
          </a:p>
        </p:txBody>
      </p:sp>
    </p:spTree>
  </p:cSld>
</p:sldLayout>
</file>

<file path=ppt/slideLayouts/slideLayout33.xml><?xml version="1.0" encoding="utf-8"?>
<p:sldLayout xmlns:p="http://schemas.openxmlformats.org/presentationml/2006/main" preserve="1" userDrawn="1">
  <p:cSld name="1_Disposition personnalisée">
    <p:spTree>
      <p:nvGrpSpPr>
        <p:cNvPr id="1" name=""/>
        <p:cNvGrpSpPr/>
        <p:nvPr/>
      </p:nvGrpSpPr>
      <p:grpSpPr>
        <a:xfrm xmlns:a="http://schemas.openxmlformats.org/drawingml/2006/main"/>
      </p:grpSpPr>
      <p:sp>
        <p:nvSpPr>
          <p:cNvPr id="8" name="Espace réservé du texte 6">
            <a:extLst xmlns:a="http://schemas.openxmlformats.org/drawingml/2006/main">
              <a:ext uri="{FF2B5EF4-FFF2-40B4-BE49-F238E27FC236}">
                <a16:creationId xmlns:a16="http://schemas.microsoft.com/office/drawing/2014/main" id="{6F77CAC9-1C4F-A544-9BAC-643D9CE65943}"/>
              </a:ext>
            </a:extLst>
          </p:cNvPr>
          <p:cNvSpPr>
            <a:spLocks xmlns:a="http://schemas.openxmlformats.org/drawingml/2006/main" noGrp="1"/>
          </p:cNvSpPr>
          <p:nvPr>
            <p:ph type="body" idx="12" hasCustomPrompt="1"/>
          </p:nvPr>
        </p:nvSpPr>
        <p:spPr>
          <a:xfrm xmlns:a="http://schemas.openxmlformats.org/drawingml/2006/main">
            <a:off x="868364" y="1103158"/>
            <a:ext cx="10455274" cy="295275"/>
          </a:xfrm>
          <a:prstGeom xmlns:a="http://schemas.openxmlformats.org/drawingml/2006/main" prst="rect">
            <a:avLst/>
          </a:prstGeom>
        </p:spPr>
        <p:txBody>
          <a:bodyPr xmlns:a="http://schemas.openxmlformats.org/drawingml/2006/main" lIns="0" tIns="0" rIns="0" bIns="0" anchor="b"/>
          <a:lstStyle xmlns:a="http://schemas.openxmlformats.org/drawingml/2006/main">
            <a:lvl1pPr>
              <a:buNone/>
              <a:defRPr sz="1400" b="0" cap="all" baseline="0">
                <a:solidFill>
                  <a:schemeClr val="tx2">
                    <a:lumMod val="75000"/>
                  </a:schemeClr>
                </a:solidFill>
              </a:defRPr>
            </a:lvl1pPr>
          </a:lstStyle>
          <a:p xmlns:a="http://schemas.openxmlformats.org/drawingml/2006/main">
            <a:pPr lvl="0">
              <a:buNone/>
            </a:pPr>
            <a:r>
              <a:t>SUBTITLE</a:t>
            </a:r>
          </a:p>
        </p:txBody>
      </p:sp>
      <p:sp>
        <p:nvSpPr>
          <p:cNvPr id="9" name="Titre 1">
            <a:extLst xmlns:a="http://schemas.openxmlformats.org/drawingml/2006/main">
              <a:ext uri="{FF2B5EF4-FFF2-40B4-BE49-F238E27FC236}">
                <a16:creationId xmlns:a16="http://schemas.microsoft.com/office/drawing/2014/main" id="{6B44C223-5313-6945-8429-D151D0A7DBDC}"/>
              </a:ext>
            </a:extLst>
          </p:cNvPr>
          <p:cNvSpPr>
            <a:spLocks xmlns:a="http://schemas.openxmlformats.org/drawingml/2006/main" noGrp="1"/>
          </p:cNvSpPr>
          <p:nvPr>
            <p:ph type="title" idx="0" hasCustomPrompt="1"/>
          </p:nvPr>
        </p:nvSpPr>
        <p:spPr>
          <a:xfrm xmlns:a="http://schemas.openxmlformats.org/drawingml/2006/main">
            <a:off x="879652" y="776464"/>
            <a:ext cx="10455273" cy="369332"/>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lvl1pPr>
              <a:buNone/>
              <a:defRPr sz="2400" kern="0" spc="0">
                <a:ln>
                  <a:noFill/>
                </a:ln>
                <a:gradFill>
                  <a:gsLst>
                    <a:gs pos="0">
                      <a:srgbClr val="198ABB"/>
                    </a:gs>
                    <a:gs pos="100000">
                      <a:srgbClr val="3AD1B0"/>
                    </a:gs>
                  </a:gsLst>
                  <a:lin ang="2700000" scaled="1"/>
                </a:gradFill>
              </a:defRPr>
            </a:lvl1pPr>
          </a:lstStyle>
          <a:p xmlns:a="http://schemas.openxmlformats.org/drawingml/2006/main">
            <a:pPr marL="0" lvl="0" indent="0" defTabSz="914400">
              <a:buSzTx/>
              <a:buNone/>
            </a:pPr>
            <a:r>
              <a:t>TITLE</a:t>
            </a:r>
          </a:p>
        </p:txBody>
      </p:sp>
    </p:spTree>
  </p:cSld>
</p:sldLayout>
</file>

<file path=ppt/slideLayouts/slideLayout34.xml><?xml version="1.0" encoding="utf-8"?>
<p:sldLayout xmlns:p="http://schemas.openxmlformats.org/presentationml/2006/main" showMasterSp="0" userDrawn="1">
  <p:cSld name="Custom Layou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A494AB-3C5B-42CB-9652-110FFCA5E024}"/>
              </a:ext>
            </a:extLst>
          </p:cNvPr>
          <p:cNvSpPr>
            <a:spLocks xmlns:a="http://schemas.openxmlformats.org/drawingml/2006/main" noGrp="1"/>
          </p:cNvSpPr>
          <p:nvPr>
            <p:ph type="title" idx="0" hasCustomPrompt="1"/>
          </p:nvPr>
        </p:nvSpPr>
        <p:spPr>
          <a:xfrm xmlns:a="http://schemas.openxmlformats.org/drawingml/2006/main">
            <a:off x="7230414" y="2456811"/>
            <a:ext cx="3798145" cy="972189"/>
          </a:xfrm>
        </p:spPr>
        <p:txBody>
          <a:bodyPr xmlns:a="http://schemas.openxmlformats.org/drawingml/2006/main" anchor="b"/>
          <a:lstStyle xmlns:a="http://schemas.openxmlformats.org/drawingml/2006/main">
            <a:lvl1pPr algn="ctr">
              <a:lnSpc>
                <a:spcPct val="70000"/>
              </a:lnSpc>
              <a:buNone/>
              <a:defRPr sz="8000" cap="none" baseline="0"/>
            </a:lvl1pPr>
          </a:lstStyle>
          <a:p xmlns:a="http://schemas.openxmlformats.org/drawingml/2006/main">
            <a:r>
              <a:t>Title</a:t>
            </a:r>
            <a:endParaRPr/>
          </a:p>
        </p:txBody>
      </p:sp>
      <p:sp>
        <p:nvSpPr>
          <p:cNvPr id="7" name="Connecteur droit 15">
            <a:extLst xmlns:a="http://schemas.openxmlformats.org/drawingml/2006/main">
              <a:ext uri="{FF2B5EF4-FFF2-40B4-BE49-F238E27FC236}">
                <a16:creationId xmlns:a16="http://schemas.microsoft.com/office/drawing/2014/main" id="{C7157923-770B-454F-B03D-A96772A0A6D6}"/>
              </a:ext>
            </a:extLst>
          </p:cNvPr>
          <p:cNvSpPr>
            <a:spLocks xmlns:a="http://schemas.openxmlformats.org/drawingml/2006/main" noGrp="1"/>
          </p:cNvSpPr>
          <p:nvPr/>
        </p:nvSpPr>
        <p:spPr>
          <a:xfrm xmlns:a="http://schemas.openxmlformats.org/drawingml/2006/main" rot="0" flipH="0" flipV="0">
            <a:off x="8118476" y="4990192"/>
            <a:ext cx="339272" cy="0"/>
          </a:xfrm>
          <a:prstGeom xmlns:a="http://schemas.openxmlformats.org/drawingml/2006/main" prst="line">
            <a:avLst/>
          </a:prstGeom>
          <a:ln xmlns:a="http://schemas.openxmlformats.org/drawingml/2006/main" w="63500">
            <a:gradFill>
              <a:gsLst>
                <a:gs pos="0">
                  <a:schemeClr val="accent1"/>
                </a:gs>
                <a:gs pos="100000">
                  <a:schemeClr val="accent2"/>
                </a:gs>
              </a:gsLst>
              <a:lin ang="2159400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Connecteur droit 17">
            <a:extLst xmlns:a="http://schemas.openxmlformats.org/drawingml/2006/main">
              <a:ext uri="{FF2B5EF4-FFF2-40B4-BE49-F238E27FC236}">
                <a16:creationId xmlns:a16="http://schemas.microsoft.com/office/drawing/2014/main" id="{40B0ABC7-FCE7-41F6-8081-3CA006ACCAB6}"/>
              </a:ext>
            </a:extLst>
          </p:cNvPr>
          <p:cNvSpPr>
            <a:spLocks xmlns:a="http://schemas.openxmlformats.org/drawingml/2006/main" noGrp="1"/>
          </p:cNvSpPr>
          <p:nvPr/>
        </p:nvSpPr>
        <p:spPr>
          <a:xfrm xmlns:a="http://schemas.openxmlformats.org/drawingml/2006/main" rot="0" flipH="0" flipV="0">
            <a:off x="9801226" y="4990192"/>
            <a:ext cx="339272" cy="0"/>
          </a:xfrm>
          <a:prstGeom xmlns:a="http://schemas.openxmlformats.org/drawingml/2006/main" prst="line">
            <a:avLst/>
          </a:prstGeom>
          <a:ln xmlns:a="http://schemas.openxmlformats.org/drawingml/2006/main" w="63500">
            <a:gradFill>
              <a:gsLst>
                <a:gs pos="0">
                  <a:schemeClr val="accent1"/>
                </a:gs>
                <a:gs pos="100000">
                  <a:schemeClr val="accent2"/>
                </a:gs>
              </a:gsLst>
              <a:lin ang="21594000" scaled="0"/>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Text Placeholder 10">
            <a:extLst xmlns:a="http://schemas.openxmlformats.org/drawingml/2006/main">
              <a:ext uri="{FF2B5EF4-FFF2-40B4-BE49-F238E27FC236}">
                <a16:creationId xmlns:a16="http://schemas.microsoft.com/office/drawing/2014/main" id="{2CD743A0-02A7-4188-B456-6D8CA022131D}"/>
              </a:ext>
            </a:extLst>
          </p:cNvPr>
          <p:cNvSpPr>
            <a:spLocks xmlns:a="http://schemas.openxmlformats.org/drawingml/2006/main" noGrp="1"/>
          </p:cNvSpPr>
          <p:nvPr>
            <p:ph type="body" idx="10" hasCustomPrompt="1"/>
          </p:nvPr>
        </p:nvSpPr>
        <p:spPr>
          <a:xfrm xmlns:a="http://schemas.openxmlformats.org/drawingml/2006/main">
            <a:off x="8437788" y="4508434"/>
            <a:ext cx="1383396" cy="914400"/>
          </a:xfrm>
        </p:spPr>
        <p:txBody>
          <a:bodyPr xmlns:a="http://schemas.openxmlformats.org/drawingml/2006/main" anchor="ctr">
            <a:noAutofit/>
          </a:bodyPr>
          <a:lstStyle xmlns:a="http://schemas.openxmlformats.org/drawingml/2006/main">
            <a:lvl1pPr marL="0" indent="0" algn="ctr">
              <a:buFont typeface="Arial"/>
              <a:buNone/>
              <a:defRPr sz="6600" b="1" i="0" u="none" kern="1200" cap="none" spc="-300" baseline="0">
                <a:ln>
                  <a:noFill/>
                </a:ln>
                <a:gradFill>
                  <a:gsLst>
                    <a:gs pos="100000">
                      <a:srgbClr val="3BD3AD"/>
                    </a:gs>
                    <a:gs pos="0">
                      <a:srgbClr val="35BBFA"/>
                    </a:gs>
                  </a:gsLst>
                  <a:lin ang="2700000" scaled="1"/>
                </a:gradFill>
                <a:latin typeface="Arial"/>
                <a:ea typeface="Arial"/>
                <a:cs typeface="Arial"/>
              </a:defRPr>
            </a:lvl1pPr>
          </a:lstStyle>
          <a:p xmlns:a="http://schemas.openxmlformats.org/drawingml/2006/main">
            <a:pPr lvl="0">
              <a:buNone/>
            </a:pPr>
            <a:r>
              <a:t>01</a:t>
            </a:r>
            <a:endParaRPr/>
          </a:p>
        </p:txBody>
      </p:sp>
      <p:sp>
        <p:nvSpPr>
          <p:cNvPr id="15" name="Picture Placeholder 13">
            <a:extLst xmlns:a="http://schemas.openxmlformats.org/drawingml/2006/main">
              <a:ext uri="{FF2B5EF4-FFF2-40B4-BE49-F238E27FC236}">
                <a16:creationId xmlns:a16="http://schemas.microsoft.com/office/drawing/2014/main" id="{35640EDC-153F-4790-B87E-441B73B8A802}"/>
              </a:ext>
            </a:extLst>
          </p:cNvPr>
          <p:cNvSpPr>
            <a:spLocks xmlns:a="http://schemas.openxmlformats.org/drawingml/2006/main" noGrp="1"/>
          </p:cNvSpPr>
          <p:nvPr>
            <p:ph type="pic" idx="11" hasCustomPrompt="1"/>
          </p:nvPr>
        </p:nvSpPr>
        <p:spPr>
          <a:xfrm xmlns:a="http://schemas.openxmlformats.org/drawingml/2006/main">
            <a:off x="762" y="0"/>
            <a:ext cx="6095238" cy="6858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lvl1pPr>
              <a:buNone/>
              <a:defRPr/>
            </a:lvl1pPr>
          </a:lstStyle>
          <a:p xmlns:a="http://schemas.openxmlformats.org/drawingml/2006/main">
            <a:r>
              <a:t> </a:t>
            </a:r>
          </a:p>
        </p:txBody>
      </p:sp>
      <p:sp>
        <p:nvSpPr>
          <p:cNvPr id="10" name="Freeform 5">
            <a:extLst xmlns:a="http://schemas.openxmlformats.org/drawingml/2006/main">
              <a:ext uri="{FF2B5EF4-FFF2-40B4-BE49-F238E27FC236}">
                <a16:creationId xmlns:a16="http://schemas.microsoft.com/office/drawing/2014/main" id="{36069AAA-4592-4F47-88E4-BC96C90D0CCB}"/>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1" name="Freeform 6">
            <a:extLst xmlns:a="http://schemas.openxmlformats.org/drawingml/2006/main">
              <a:ext uri="{FF2B5EF4-FFF2-40B4-BE49-F238E27FC236}">
                <a16:creationId xmlns:a16="http://schemas.microsoft.com/office/drawing/2014/main" id="{BAFEBA18-075A-452F-9DDB-D31F2DCEBCD1}"/>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3" name="Freeform 7">
            <a:extLst xmlns:a="http://schemas.openxmlformats.org/drawingml/2006/main">
              <a:ext uri="{FF2B5EF4-FFF2-40B4-BE49-F238E27FC236}">
                <a16:creationId xmlns:a16="http://schemas.microsoft.com/office/drawing/2014/main" id="{6FB67E7A-D422-49E4-8819-FD565F1C8D27}"/>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4" name="Freeform 8">
            <a:extLst xmlns:a="http://schemas.openxmlformats.org/drawingml/2006/main">
              <a:ext uri="{FF2B5EF4-FFF2-40B4-BE49-F238E27FC236}">
                <a16:creationId xmlns:a16="http://schemas.microsoft.com/office/drawing/2014/main" id="{CB0A375E-EA1A-40E7-8B07-B165DD526569}"/>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6" name="Freeform 9">
            <a:extLst xmlns:a="http://schemas.openxmlformats.org/drawingml/2006/main">
              <a:ext uri="{FF2B5EF4-FFF2-40B4-BE49-F238E27FC236}">
                <a16:creationId xmlns:a16="http://schemas.microsoft.com/office/drawing/2014/main" id="{5680FA9D-4886-4971-8BE6-F61B15E76E66}"/>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7" name="Freeform 10">
            <a:extLst xmlns:a="http://schemas.openxmlformats.org/drawingml/2006/main">
              <a:ext uri="{FF2B5EF4-FFF2-40B4-BE49-F238E27FC236}">
                <a16:creationId xmlns:a16="http://schemas.microsoft.com/office/drawing/2014/main" id="{B874813B-856F-40F6-A824-70BE472FFF4E}"/>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8" name="Freeform 11">
            <a:extLst xmlns:a="http://schemas.openxmlformats.org/drawingml/2006/main">
              <a:ext uri="{FF2B5EF4-FFF2-40B4-BE49-F238E27FC236}">
                <a16:creationId xmlns:a16="http://schemas.microsoft.com/office/drawing/2014/main" id="{E7F9A35E-05D7-4D47-AEEB-4179C9D73C58}"/>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Tree>
  </p:cSld>
</p:sldLayout>
</file>

<file path=ppt/slideLayouts/slideLayout35.xml><?xml version="1.0" encoding="utf-8"?>
<p:sldLayout xmlns:p="http://schemas.openxmlformats.org/presentationml/2006/main" userDrawn="1">
  <p:cSld name="Titre et contenu B">
    <p:spTree>
      <p:nvGrpSpPr>
        <p:cNvPr id="1" name=""/>
        <p:cNvGrpSpPr/>
        <p:nvPr/>
      </p:nvGrpSpPr>
      <p:grpSpPr>
        <a:xfrm xmlns:a="http://schemas.openxmlformats.org/drawingml/2006/main"/>
      </p:grpSpPr>
      <p:sp>
        <p:nvSpPr>
          <p:cNvPr id="3" name="Espace réservé du contenu 2">
            <a:extLst xmlns:a="http://schemas.openxmlformats.org/drawingml/2006/main">
              <a:ext uri="{FF2B5EF4-FFF2-40B4-BE49-F238E27FC236}">
                <a16:creationId xmlns:a16="http://schemas.microsoft.com/office/drawing/2014/main" id="{CA0BF5A5-1E67-4E97-BC58-2D7B00B765BF}"/>
              </a:ext>
            </a:extLst>
          </p:cNvPr>
          <p:cNvSpPr>
            <a:spLocks xmlns:a="http://schemas.openxmlformats.org/drawingml/2006/main" noGrp="1"/>
          </p:cNvSpPr>
          <p:nvPr>
            <p:ph idx="1" hasCustomPrompt="1"/>
          </p:nvPr>
        </p:nvSpPr>
        <p:spPr/>
        <p:txBody>
          <a:bodyPr xmlns:a="http://schemas.openxmlformats.org/drawingml/2006/main"/>
          <a:lstStyle xmlns:a="http://schemas.openxmlformats.org/drawingml/2006/main">
            <a:lvl1pPr marL="0" indent="0">
              <a:buFontTx/>
              <a:buNone/>
              <a:defRPr sz="2000"/>
            </a:lvl1pPr>
            <a:lvl2pPr marL="216000" indent="-216000">
              <a:buClr>
                <a:schemeClr val="accent1"/>
              </a:buClr>
              <a:buSzPct val="70000"/>
              <a:buFont typeface="Wingdings"/>
              <a:buChar char=""/>
              <a:defRPr sz="1800"/>
            </a:lvl2pPr>
            <a:lvl3pPr>
              <a:buNone/>
              <a:defRPr sz="1600"/>
            </a:lvl3pPr>
            <a:lvl4pPr>
              <a:buNone/>
              <a:defRPr sz="1400" baseline="0"/>
            </a:lvl4pPr>
            <a:lvl5pPr>
              <a:buNone/>
              <a:defRPr sz="1200"/>
            </a:lvl5pPr>
          </a:lstStyle>
          <a:p xmlns:a="http://schemas.openxmlformats.org/drawingml/2006/main">
            <a:pPr lvl="0">
              <a:buNone/>
            </a:pPr>
            <a:r>
              <a:t>Texte de niveau 1</a:t>
            </a:r>
          </a:p>
          <a:p xmlns:a="http://schemas.openxmlformats.org/drawingml/2006/main">
            <a:pPr lvl="1">
              <a:buNone/>
            </a:pPr>
            <a:r>
              <a:t>Texte de niveau 2</a:t>
            </a:r>
          </a:p>
        </p:txBody>
      </p:sp>
      <p:sp>
        <p:nvSpPr>
          <p:cNvPr id="5" name="Espace réservé du texte 4">
            <a:extLst xmlns:a="http://schemas.openxmlformats.org/drawingml/2006/main">
              <a:ext uri="{FF2B5EF4-FFF2-40B4-BE49-F238E27FC236}">
                <a16:creationId xmlns:a16="http://schemas.microsoft.com/office/drawing/2014/main" id="{FB462B06-249E-433B-9744-25669EFB37B6}"/>
              </a:ext>
            </a:extLst>
          </p:cNvPr>
          <p:cNvSpPr>
            <a:spLocks xmlns:a="http://schemas.openxmlformats.org/drawingml/2006/main" noGrp="1"/>
          </p:cNvSpPr>
          <p:nvPr>
            <p:ph type="body" idx="10" hasCustomPrompt="1"/>
          </p:nvPr>
        </p:nvSpPr>
        <p:spPr>
          <a:xfrm xmlns:a="http://schemas.openxmlformats.org/drawingml/2006/main">
            <a:off x="436034" y="333375"/>
            <a:ext cx="11319933" cy="899381"/>
          </a:xfrm>
        </p:spPr>
        <p:txBody>
          <a:bodyPr xmlns:a="http://schemas.openxmlformats.org/drawingml/2006/main" anchor="ctr"/>
          <a:lstStyle xmlns:a="http://schemas.openxmlformats.org/drawingml/2006/main">
            <a:lvl1pPr marL="0" indent="0">
              <a:lnSpc>
                <a:spcPct val="90000"/>
              </a:lnSpc>
              <a:spcBef>
                <a:spcPts val="0"/>
              </a:spcBef>
              <a:spcAft>
                <a:spcPts val="0"/>
              </a:spcAft>
              <a:buSzPct val="25000"/>
              <a:buFontTx/>
              <a:buNone/>
              <a:defRPr sz="2300" b="1">
                <a:solidFill>
                  <a:schemeClr val="accent1"/>
                </a:solidFill>
              </a:defRPr>
            </a:lvl1pPr>
            <a:lvl2pPr marL="0" indent="0">
              <a:lnSpc>
                <a:spcPct val="90000"/>
              </a:lnSpc>
              <a:spcBef>
                <a:spcPts val="0"/>
              </a:spcBef>
              <a:spcAft>
                <a:spcPts val="0"/>
              </a:spcAft>
              <a:buSzPct val="25000"/>
              <a:buFontTx/>
              <a:buNone/>
              <a:defRPr sz="2000">
                <a:solidFill>
                  <a:schemeClr val="accent1"/>
                </a:solidFill>
              </a:defRPr>
            </a:lvl2pPr>
          </a:lstStyle>
          <a:p xmlns:a="http://schemas.openxmlformats.org/drawingml/2006/main">
            <a:pPr lvl="0">
              <a:buNone/>
            </a:pPr>
            <a:r>
              <a:t>TITRE</a:t>
            </a:r>
          </a:p>
          <a:p xmlns:a="http://schemas.openxmlformats.org/drawingml/2006/main">
            <a:pPr lvl="1">
              <a:buNone/>
            </a:pPr>
            <a:r>
              <a:t>Sous-titre</a:t>
            </a:r>
          </a:p>
        </p:txBody>
      </p:sp>
      <p:sp>
        <p:nvSpPr>
          <p:cNvPr id="2" name="Espace réservé de la date 1">
            <a:extLst xmlns:a="http://schemas.openxmlformats.org/drawingml/2006/main">
              <a:ext uri="{FF2B5EF4-FFF2-40B4-BE49-F238E27FC236}">
                <a16:creationId xmlns:a16="http://schemas.microsoft.com/office/drawing/2014/main" id="{26B1225C-05FA-483F-9EA6-51B2E4688F40}"/>
              </a:ext>
            </a:extLst>
          </p:cNvPr>
          <p:cNvSpPr>
            <a:spLocks xmlns:a="http://schemas.openxmlformats.org/drawingml/2006/main" noGrp="1"/>
          </p:cNvSpPr>
          <p:nvPr>
            <p:ph type="dt" idx="11"/>
          </p:nvPr>
        </p:nvSpPr>
        <p:spPr/>
        <p:txBody>
          <a:bodyPr xmlns:a="http://schemas.openxmlformats.org/drawingml/2006/main"/>
          <a:lstStyle xmlns:a="http://schemas.openxmlformats.org/drawingml/2006/main"/>
          <a:p xmlns:a="http://schemas.openxmlformats.org/drawingml/2006/main">
            <a:pPr algn="l">
              <a:buNone/>
            </a:pPr>
            <a:fld id="{AD36EC3A-4091-5E40-B6D3-2550407FB05D}" type="datetime1">
              <a:t>9/1/2026</a:t>
            </a:fld>
            <a:endParaRPr/>
          </a:p>
        </p:txBody>
      </p:sp>
      <p:sp>
        <p:nvSpPr>
          <p:cNvPr id="4" name="Espace réservé du pied de page 3">
            <a:extLst xmlns:a="http://schemas.openxmlformats.org/drawingml/2006/main">
              <a:ext uri="{FF2B5EF4-FFF2-40B4-BE49-F238E27FC236}">
                <a16:creationId xmlns:a16="http://schemas.microsoft.com/office/drawing/2014/main" id="{3F9956E7-642E-4DAF-A3BF-CD41F5C62015}"/>
              </a:ext>
            </a:extLst>
          </p:cNvPr>
          <p:cNvSpPr>
            <a:spLocks xmlns:a="http://schemas.openxmlformats.org/drawingml/2006/main" noGrp="1"/>
          </p:cNvSpPr>
          <p:nvPr>
            <p:ph type="ftr" idx="12"/>
          </p:nvPr>
        </p:nvSpPr>
        <p:spPr/>
        <p:txBody>
          <a:bodyPr xmlns:a="http://schemas.openxmlformats.org/drawingml/2006/main"/>
          <a:lstStyle xmlns:a="http://schemas.openxmlformats.org/drawingml/2006/main"/>
          <a:p xmlns:a="http://schemas.openxmlformats.org/drawingml/2006/main">
            <a:pPr algn="l">
              <a:buNone/>
            </a:pPr>
            <a:endParaRPr/>
          </a:p>
        </p:txBody>
      </p:sp>
      <p:sp>
        <p:nvSpPr>
          <p:cNvPr id="6" name="Espace réservé du numéro de diapositive 5">
            <a:extLst xmlns:a="http://schemas.openxmlformats.org/drawingml/2006/main">
              <a:ext uri="{FF2B5EF4-FFF2-40B4-BE49-F238E27FC236}">
                <a16:creationId xmlns:a16="http://schemas.microsoft.com/office/drawing/2014/main" id="{28A41195-1A77-4BD1-9469-0F1BBFDD5031}"/>
              </a:ext>
            </a:extLst>
          </p:cNvPr>
          <p:cNvSpPr>
            <a:spLocks xmlns:a="http://schemas.openxmlformats.org/drawingml/2006/main" noGrp="1"/>
          </p:cNvSpPr>
          <p:nvPr>
            <p:ph type="sldNum" idx="13"/>
          </p:nvPr>
        </p:nvSpPr>
        <p:spPr/>
        <p:txBody>
          <a:bodyPr xmlns:a="http://schemas.openxmlformats.org/drawingml/2006/main"/>
          <a:lstStyle xmlns:a="http://schemas.openxmlformats.org/drawingml/2006/main"/>
          <a:p xmlns:a="http://schemas.openxmlformats.org/drawingml/2006/main">
            <a:fld id="{733122C9-A0B9-462F-8757-0847AD287B6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9c9a122e734a463a" /><Relationship Type="http://schemas.openxmlformats.org/officeDocument/2006/relationships/theme" Target="/ppt/slideMasters/theme/theme2.xml" Id="R3b64d36afd314ee8" /><Relationship Type="http://schemas.openxmlformats.org/officeDocument/2006/relationships/slideLayout" Target="/ppt/slideLayouts/slideLayout1.xml" Id="R7998fae65d4f4e39" /><Relationship Type="http://schemas.openxmlformats.org/officeDocument/2006/relationships/slideLayout" Target="/ppt/slideLayouts/slideLayout2.xml" Id="R0a753e3b66334dba" /><Relationship Type="http://schemas.openxmlformats.org/officeDocument/2006/relationships/slideLayout" Target="/ppt/slideLayouts/slideLayout3.xml" Id="R3064b6403c09482a" /><Relationship Type="http://schemas.openxmlformats.org/officeDocument/2006/relationships/slideLayout" Target="/ppt/slideLayouts/slideLayout4.xml" Id="R3ffcc7ef57c24489" /><Relationship Type="http://schemas.openxmlformats.org/officeDocument/2006/relationships/slideLayout" Target="/ppt/slideLayouts/slideLayout5.xml" Id="R8fb70c0fae67499d" /><Relationship Type="http://schemas.openxmlformats.org/officeDocument/2006/relationships/slideLayout" Target="/ppt/slideLayouts/slideLayout6.xml" Id="Re535e8c67fab4b84" /><Relationship Type="http://schemas.openxmlformats.org/officeDocument/2006/relationships/slideLayout" Target="/ppt/slideLayouts/slideLayout7.xml" Id="R6f98a08329be4aa1" /><Relationship Type="http://schemas.openxmlformats.org/officeDocument/2006/relationships/slideLayout" Target="/ppt/slideLayouts/slideLayout8.xml" Id="R6bfbf78973f24813" /><Relationship Type="http://schemas.openxmlformats.org/officeDocument/2006/relationships/slideLayout" Target="/ppt/slideLayouts/slideLayout9.xml" Id="Re8d62f31b36b434e" /><Relationship Type="http://schemas.openxmlformats.org/officeDocument/2006/relationships/slideLayout" Target="/ppt/slideLayouts/slideLayout10.xml" Id="Rcfda54fb89574bd1" /><Relationship Type="http://schemas.openxmlformats.org/officeDocument/2006/relationships/slideLayout" Target="/ppt/slideLayouts/slideLayout11.xml" Id="R7fde81da7fc94c4e" /><Relationship Type="http://schemas.openxmlformats.org/officeDocument/2006/relationships/slideLayout" Target="/ppt/slideLayouts/slideLayout12.xml" Id="Ref738c70bfeb49e7" /><Relationship Type="http://schemas.openxmlformats.org/officeDocument/2006/relationships/slideLayout" Target="/ppt/slideLayouts/slideLayout13.xml" Id="R758ed8f337594962" /><Relationship Type="http://schemas.openxmlformats.org/officeDocument/2006/relationships/slideLayout" Target="/ppt/slideLayouts/slideLayout14.xml" Id="R49b0228cd7f54fd5" /><Relationship Type="http://schemas.openxmlformats.org/officeDocument/2006/relationships/slideLayout" Target="/ppt/slideLayouts/slideLayout15.xml" Id="Re1101b0feb374a2e" /><Relationship Type="http://schemas.openxmlformats.org/officeDocument/2006/relationships/slideLayout" Target="/ppt/slideLayouts/slideLayout16.xml" Id="R75811f339b424e68" /><Relationship Type="http://schemas.openxmlformats.org/officeDocument/2006/relationships/slideLayout" Target="/ppt/slideLayouts/slideLayout17.xml" Id="R9fa3b45c28e4444f" /><Relationship Type="http://schemas.openxmlformats.org/officeDocument/2006/relationships/slideLayout" Target="/ppt/slideLayouts/slideLayout18.xml" Id="Rddb7f897dc924b7c" /><Relationship Type="http://schemas.openxmlformats.org/officeDocument/2006/relationships/slideLayout" Target="/ppt/slideLayouts/slideLayout19.xml" Id="Rd7048498943a4f8f" /><Relationship Type="http://schemas.openxmlformats.org/officeDocument/2006/relationships/slideLayout" Target="/ppt/slideLayouts/slideLayout20.xml" Id="R11dd59f058504504" /><Relationship Type="http://schemas.openxmlformats.org/officeDocument/2006/relationships/slideLayout" Target="/ppt/slideLayouts/slideLayout21.xml" Id="Rc4194698727b4101" /><Relationship Type="http://schemas.openxmlformats.org/officeDocument/2006/relationships/slideLayout" Target="/ppt/slideLayouts/slideLayout22.xml" Id="R76202a7378b9430e" /><Relationship Type="http://schemas.openxmlformats.org/officeDocument/2006/relationships/slideLayout" Target="/ppt/slideLayouts/slideLayout23.xml" Id="R6d98ff03755242f2" /><Relationship Type="http://schemas.openxmlformats.org/officeDocument/2006/relationships/slideLayout" Target="/ppt/slideLayouts/slideLayout24.xml" Id="R2a981be3fce34fff" /><Relationship Type="http://schemas.openxmlformats.org/officeDocument/2006/relationships/slideLayout" Target="/ppt/slideLayouts/slideLayout25.xml" Id="R6b602058968c4feb" /><Relationship Type="http://schemas.openxmlformats.org/officeDocument/2006/relationships/slideLayout" Target="/ppt/slideLayouts/slideLayout26.xml" Id="Ra6ed20831e5f4a4e" /><Relationship Type="http://schemas.openxmlformats.org/officeDocument/2006/relationships/slideLayout" Target="/ppt/slideLayouts/slideLayout27.xml" Id="R89938819131e4063" /></Relationships>
</file>

<file path=ppt/slideMasters/_rels/slideMaster2.xml.rels>&#65279;<?xml version="1.0" encoding="utf-8"?><Relationships xmlns="http://schemas.openxmlformats.org/package/2006/relationships"><Relationship Type="http://schemas.openxmlformats.org/officeDocument/2006/relationships/image" Target="/ppt/media/image.jpeg" Id="R33f1f0b6c3ca479a" /><Relationship Type="http://schemas.openxmlformats.org/officeDocument/2006/relationships/theme" Target="/ppt/slideMasters/theme/theme3.xml" Id="R0a0f4c589c10483a" /><Relationship Type="http://schemas.openxmlformats.org/officeDocument/2006/relationships/slideLayout" Target="/ppt/slideLayouts/slideLayout28.xml" Id="R8b4ef95154af43c3" /><Relationship Type="http://schemas.openxmlformats.org/officeDocument/2006/relationships/slideLayout" Target="/ppt/slideLayouts/slideLayout29.xml" Id="R7fe8126f12d24fad" /></Relationships>
</file>

<file path=ppt/slideMasters/_rels/slideMaster3.xml.rels>&#65279;<?xml version="1.0" encoding="utf-8"?><Relationships xmlns="http://schemas.openxmlformats.org/package/2006/relationships"><Relationship Type="http://schemas.openxmlformats.org/officeDocument/2006/relationships/image" Target="/ppt/media/image.jpeg" Id="R00b9a12ed6e94dbd" /><Relationship Type="http://schemas.openxmlformats.org/officeDocument/2006/relationships/theme" Target="/ppt/slideMasters/theme/theme4.xml" Id="R4ebc5732b50f4fd1" /><Relationship Type="http://schemas.openxmlformats.org/officeDocument/2006/relationships/slideLayout" Target="/ppt/slideLayouts/slideLayout30.xml" Id="Re374ac2aabf54c63" /><Relationship Type="http://schemas.openxmlformats.org/officeDocument/2006/relationships/slideLayout" Target="/ppt/slideLayouts/slideLayout31.xml" Id="R018cbd988338463c" /><Relationship Type="http://schemas.openxmlformats.org/officeDocument/2006/relationships/slideLayout" Target="/ppt/slideLayouts/slideLayout32.xml" Id="R6cc4dd8a8e554cf3" /></Relationships>
</file>

<file path=ppt/slideMasters/_rels/slideMaster4.xml.rels>&#65279;<?xml version="1.0" encoding="utf-8"?><Relationships xmlns="http://schemas.openxmlformats.org/package/2006/relationships"><Relationship Type="http://schemas.openxmlformats.org/officeDocument/2006/relationships/image" Target="/ppt/media/image.jpeg" Id="Rf27e219fa03d4fe2" /><Relationship Type="http://schemas.openxmlformats.org/officeDocument/2006/relationships/theme" Target="/ppt/slideMasters/theme/theme5.xml" Id="Re4ef0614d89545f2" /><Relationship Type="http://schemas.openxmlformats.org/officeDocument/2006/relationships/slideLayout" Target="/ppt/slideLayouts/slideLayout33.xml" Id="Rcbc0dd89c9a64324" /><Relationship Type="http://schemas.openxmlformats.org/officeDocument/2006/relationships/slideLayout" Target="/ppt/slideLayouts/slideLayout34.xml" Id="R330ce7c7b92440db" /><Relationship Type="http://schemas.openxmlformats.org/officeDocument/2006/relationships/slideLayout" Target="/ppt/slideLayouts/slideLayout35.xml" Id="R97635b904a5b470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Espace réservé du titre 1">
            <a:extLst xmlns:a="http://schemas.openxmlformats.org/drawingml/2006/main">
              <a:ext uri="{FF2B5EF4-FFF2-40B4-BE49-F238E27FC236}">
                <a16:creationId xmlns:a16="http://schemas.microsoft.com/office/drawing/2014/main" id="{13434A3B-3DCA-4D28-B0A7-F7864290DB08}"/>
              </a:ext>
            </a:extLst>
          </p:cNvPr>
          <p:cNvSpPr>
            <a:spLocks xmlns:a="http://schemas.openxmlformats.org/drawingml/2006/main" noGrp="1"/>
          </p:cNvSpPr>
          <p:nvPr>
            <p:ph type="title" idx="0"/>
          </p:nvPr>
        </p:nvSpPr>
        <p:spPr>
          <a:xfrm xmlns:a="http://schemas.openxmlformats.org/drawingml/2006/main">
            <a:off x="838200" y="564402"/>
            <a:ext cx="10515600" cy="769441"/>
          </a:xfrm>
          <a:prstGeom xmlns:a="http://schemas.openxmlformats.org/drawingml/2006/main" prst="rect">
            <a:avLst/>
          </a:prstGeom>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endParaRPr/>
          </a:p>
        </p:txBody>
      </p:sp>
      <p:pic>
        <p:nvPicPr>
          <p:cNvPr id="19" name="Image 14"/>
          <p:cNvPicPr>
            <a:picLocks xmlns:a="http://schemas.openxmlformats.org/drawingml/2006/main" noChangeAspect="1"/>
          </p:cNvPicPr>
          <p:nvPr/>
        </p:nvPicPr>
        <p:blipFill>
          <a:blip xmlns:r="http://schemas.openxmlformats.org/officeDocument/2006/relationships" xmlns:a="http://schemas.openxmlformats.org/drawingml/2006/main" r:embed="R9c9a122e734a463a"/>
          <a:stretch xmlns:a="http://schemas.openxmlformats.org/drawingml/2006/main">
            <a:fillRect l="0" t="0" r="0" b="0"/>
          </a:stretch>
        </p:blipFill>
        <p:spPr>
          <a:xfrm xmlns:a="http://schemas.openxmlformats.org/drawingml/2006/main">
            <a:off x="365636" y="6372225"/>
            <a:ext cx="603423" cy="217169"/>
          </a:xfrm>
          <a:prstGeom xmlns:a="http://schemas.openxmlformats.org/drawingml/2006/main" prst="rect">
            <a:avLst/>
          </a:prstGeom>
        </p:spPr>
      </p:pic>
      <p:sp>
        <p:nvSpPr>
          <p:cNvPr id="14" name="Espace réservé du numéro de diapositive 6">
            <a:extLst xmlns:a="http://schemas.openxmlformats.org/drawingml/2006/main">
              <a:ext uri="{FF2B5EF4-FFF2-40B4-BE49-F238E27FC236}">
                <a16:creationId xmlns:a16="http://schemas.microsoft.com/office/drawing/2014/main" id="{E0B80EEA-EB13-4532-99F0-6D321D5F3C7E}"/>
              </a:ext>
            </a:extLst>
          </p:cNvPr>
          <p:cNvSpPr>
            <a:spLocks xmlns:a="http://schemas.openxmlformats.org/drawingml/2006/main" noGrp="1"/>
          </p:cNvSpPr>
          <p:nvPr>
            <p:ph type="sldNum" idx="4"/>
          </p:nvPr>
        </p:nvSpPr>
        <p:spPr>
          <a:xfrm xmlns:a="http://schemas.openxmlformats.org/drawingml/2006/main">
            <a:off x="11662664" y="6397470"/>
            <a:ext cx="309700"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l">
              <a:buNone/>
              <a:defRPr sz="800">
                <a:solidFill>
                  <a:schemeClr val="accent1"/>
                </a:solidFill>
              </a:defRPr>
            </a:lvl1pPr>
          </a:lstStyle>
          <a:p xmlns:a="http://schemas.openxmlformats.org/drawingml/2006/main">
            <a:fld id="{BC367B2E-B9DF-44EB-A21A-64C9723206C9}" type="slidenum">
              <a:t>‹#›</a:t>
            </a:fld>
            <a:endParaRPr/>
          </a:p>
        </p:txBody>
      </p:sp>
      <p:sp>
        <p:nvSpPr>
          <p:cNvPr id="16" name="Espace réservé du pied de page 4">
            <a:extLst xmlns:a="http://schemas.openxmlformats.org/drawingml/2006/main">
              <a:ext uri="{FF2B5EF4-FFF2-40B4-BE49-F238E27FC236}">
                <a16:creationId xmlns:a16="http://schemas.microsoft.com/office/drawing/2014/main" id="{4C3F306F-AB0E-458F-8BDF-C02DB51C7362}"/>
              </a:ext>
            </a:extLst>
          </p:cNvPr>
          <p:cNvSpPr>
            <a:spLocks xmlns:a="http://schemas.openxmlformats.org/drawingml/2006/main" noGrp="1"/>
          </p:cNvSpPr>
          <p:nvPr>
            <p:ph type="ftr" idx="3"/>
          </p:nvPr>
        </p:nvSpPr>
        <p:spPr>
          <a:xfrm xmlns:a="http://schemas.openxmlformats.org/drawingml/2006/main">
            <a:off x="8697467" y="6397471"/>
            <a:ext cx="3086102" cy="215444"/>
          </a:xfrm>
          <a:prstGeom xmlns:a="http://schemas.openxmlformats.org/drawingml/2006/main" prst="rect">
            <a:avLst/>
          </a:prstGeom>
        </p:spPr>
        <p:txBody>
          <a:bodyPr xmlns:a="http://schemas.openxmlformats.org/drawingml/2006/main" vert="horz" wrap="none" lIns="91440" tIns="45720" rIns="91440" bIns="45720" anchor="ctr">
            <a:spAutoFit/>
          </a:bodyPr>
          <a:lstStyle xmlns:a="http://schemas.openxmlformats.org/drawingml/2006/main">
            <a:lvl1pPr algn="r">
              <a:buNone/>
              <a:defRPr sz="800" cap="all" baseline="0">
                <a:solidFill>
                  <a:schemeClr val="accent1"/>
                </a:solidFill>
              </a:defRPr>
            </a:lvl1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2F82617-B9FE-4114-BEC5-BAE7730839E0}"/>
              </a:ext>
            </a:extLst>
          </p:cNvPr>
          <p:cNvSpPr>
            <a:spLocks xmlns:a="http://schemas.openxmlformats.org/drawingml/2006/main" noGrp="1"/>
          </p:cNvSpPr>
          <p:nvPr>
            <p:ph type="body" idx="1"/>
          </p:nvPr>
        </p:nvSpPr>
        <p:spPr>
          <a:xfrm xmlns:a="http://schemas.openxmlformats.org/drawingml/2006/main">
            <a:off x="838200" y="1825625"/>
            <a:ext cx="10515600" cy="2010807"/>
          </a:xfrm>
          <a:prstGeom xmlns:a="http://schemas.openxmlformats.org/drawingml/2006/main" prst="rect">
            <a:avLst/>
          </a:prstGeom>
        </p:spPr>
        <p:txBody>
          <a:bodyPr xmlns:a="http://schemas.openxmlformats.org/drawingml/2006/main" vert="horz" lIns="91440" tIns="45720" rIns="91440" bIns="45720">
            <a:sp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98fae65d4f4e39"/>
    <p:sldLayoutId xmlns:r="http://schemas.openxmlformats.org/officeDocument/2006/relationships" id="2147483650" r:id="R0a753e3b66334dba"/>
    <p:sldLayoutId xmlns:r="http://schemas.openxmlformats.org/officeDocument/2006/relationships" id="2147483651" r:id="R3064b6403c09482a"/>
    <p:sldLayoutId xmlns:r="http://schemas.openxmlformats.org/officeDocument/2006/relationships" id="2147483652" r:id="R3ffcc7ef57c24489"/>
    <p:sldLayoutId xmlns:r="http://schemas.openxmlformats.org/officeDocument/2006/relationships" id="2147483653" r:id="R8fb70c0fae67499d"/>
    <p:sldLayoutId xmlns:r="http://schemas.openxmlformats.org/officeDocument/2006/relationships" id="2147483654" r:id="Re535e8c67fab4b84"/>
    <p:sldLayoutId xmlns:r="http://schemas.openxmlformats.org/officeDocument/2006/relationships" id="2147483655" r:id="R6f98a08329be4aa1"/>
    <p:sldLayoutId xmlns:r="http://schemas.openxmlformats.org/officeDocument/2006/relationships" id="2147483656" r:id="R6bfbf78973f24813"/>
    <p:sldLayoutId xmlns:r="http://schemas.openxmlformats.org/officeDocument/2006/relationships" id="2147483657" r:id="Re8d62f31b36b434e"/>
    <p:sldLayoutId xmlns:r="http://schemas.openxmlformats.org/officeDocument/2006/relationships" id="2147483658" r:id="Rcfda54fb89574bd1"/>
    <p:sldLayoutId xmlns:r="http://schemas.openxmlformats.org/officeDocument/2006/relationships" id="2147483659" r:id="R7fde81da7fc94c4e"/>
    <p:sldLayoutId xmlns:r="http://schemas.openxmlformats.org/officeDocument/2006/relationships" id="2147483660" r:id="Ref738c70bfeb49e7"/>
    <p:sldLayoutId xmlns:r="http://schemas.openxmlformats.org/officeDocument/2006/relationships" id="2147483661" r:id="R758ed8f337594962"/>
    <p:sldLayoutId xmlns:r="http://schemas.openxmlformats.org/officeDocument/2006/relationships" id="2147483662" r:id="R49b0228cd7f54fd5"/>
    <p:sldLayoutId xmlns:r="http://schemas.openxmlformats.org/officeDocument/2006/relationships" id="2147483663" r:id="Re1101b0feb374a2e"/>
    <p:sldLayoutId xmlns:r="http://schemas.openxmlformats.org/officeDocument/2006/relationships" id="2147483664" r:id="R75811f339b424e68"/>
    <p:sldLayoutId xmlns:r="http://schemas.openxmlformats.org/officeDocument/2006/relationships" id="2147483665" r:id="R9fa3b45c28e4444f"/>
    <p:sldLayoutId xmlns:r="http://schemas.openxmlformats.org/officeDocument/2006/relationships" id="2147483666" r:id="Rddb7f897dc924b7c"/>
    <p:sldLayoutId xmlns:r="http://schemas.openxmlformats.org/officeDocument/2006/relationships" id="2147483667" r:id="Rd7048498943a4f8f"/>
    <p:sldLayoutId xmlns:r="http://schemas.openxmlformats.org/officeDocument/2006/relationships" id="2147483668" r:id="R11dd59f058504504"/>
    <p:sldLayoutId xmlns:r="http://schemas.openxmlformats.org/officeDocument/2006/relationships" id="2147483669" r:id="Rc4194698727b4101"/>
    <p:sldLayoutId xmlns:r="http://schemas.openxmlformats.org/officeDocument/2006/relationships" id="2147483670" r:id="R76202a7378b9430e"/>
    <p:sldLayoutId xmlns:r="http://schemas.openxmlformats.org/officeDocument/2006/relationships" id="2147483671" r:id="R6d98ff03755242f2"/>
    <p:sldLayoutId xmlns:r="http://schemas.openxmlformats.org/officeDocument/2006/relationships" id="2147483672" r:id="R2a981be3fce34fff"/>
    <p:sldLayoutId xmlns:r="http://schemas.openxmlformats.org/officeDocument/2006/relationships" id="2147483673" r:id="R6b602058968c4feb"/>
    <p:sldLayoutId xmlns:r="http://schemas.openxmlformats.org/officeDocument/2006/relationships" id="2147483674" r:id="Ra6ed20831e5f4a4e"/>
    <p:sldLayoutId xmlns:r="http://schemas.openxmlformats.org/officeDocument/2006/relationships" id="2147483675" r:id="R89938819131e4063"/>
  </p:sldLayoutIdLst>
  <p:hf hdr="0" ftr="0" dt="0"/>
  <p:txStyles>
    <p:titleStyle>
      <a:lvl1pPr xmlns:a="http://schemas.openxmlformats.org/drawingml/2006/main" algn="l" defTabSz="914400">
        <a:lnSpc>
          <a:spcPct val="100000"/>
        </a:lnSpc>
        <a:spcBef>
          <a:spcPct val="0"/>
        </a:spcBef>
        <a:buNone/>
        <a:defRPr sz="4400" kern="1200">
          <a:solidFill>
            <a:schemeClr val="accent1"/>
          </a:solidFill>
          <a:latin typeface="Arial Black"/>
          <a:ea typeface="Arial Black"/>
          <a:cs typeface="Arial Black"/>
        </a:defRPr>
      </a:lvl1pPr>
    </p:titleStyle>
    <p:bodyStyle>
      <a:lvl1pPr xmlns:a="http://schemas.openxmlformats.org/drawingml/2006/main" marL="228600" indent="-228600" algn="l" defTabSz="914400">
        <a:lnSpc>
          <a:spcPct val="100000"/>
        </a:lnSpc>
        <a:spcBef>
          <a:spcPts val="1000"/>
        </a:spcBef>
        <a:buFont typeface="Arial"/>
        <a:buChar char="•"/>
        <a:defRPr sz="2800" kern="1200">
          <a:solidFill>
            <a:schemeClr val="tx1"/>
          </a:solidFill>
          <a:latin typeface="Arial"/>
          <a:ea typeface="Arial"/>
          <a:cs typeface="Arial"/>
        </a:defRPr>
      </a:lvl1pPr>
      <a:lvl2pPr xmlns:a="http://schemas.openxmlformats.org/drawingml/2006/main" marL="685800" indent="-228600" algn="l" defTabSz="914400">
        <a:lnSpc>
          <a:spcPct val="100000"/>
        </a:lnSpc>
        <a:spcBef>
          <a:spcPts val="500"/>
        </a:spcBef>
        <a:buFont typeface="Arial"/>
        <a:buChar char="•"/>
        <a:defRPr sz="2400" kern="1200">
          <a:solidFill>
            <a:schemeClr val="tx1"/>
          </a:solidFill>
          <a:latin typeface="Arial"/>
          <a:ea typeface="Arial"/>
          <a:cs typeface="Arial"/>
        </a:defRPr>
      </a:lvl2pPr>
      <a:lvl3pPr xmlns:a="http://schemas.openxmlformats.org/drawingml/2006/main" marL="1143000" indent="-228600" algn="l" defTabSz="914400">
        <a:lnSpc>
          <a:spcPct val="100000"/>
        </a:lnSpc>
        <a:spcBef>
          <a:spcPts val="500"/>
        </a:spcBef>
        <a:buFont typeface="Arial"/>
        <a:buChar char="•"/>
        <a:defRPr sz="2000" kern="1200">
          <a:solidFill>
            <a:schemeClr val="tx1"/>
          </a:solidFill>
          <a:latin typeface="Arial"/>
          <a:ea typeface="Arial"/>
          <a:cs typeface="Arial"/>
        </a:defRPr>
      </a:lvl3pPr>
      <a:lvl4pPr xmlns:a="http://schemas.openxmlformats.org/drawingml/2006/main" marL="1600200" indent="-228600" algn="l" defTabSz="914400">
        <a:lnSpc>
          <a:spcPct val="100000"/>
        </a:lnSpc>
        <a:spcBef>
          <a:spcPts val="500"/>
        </a:spcBef>
        <a:buFont typeface="Arial"/>
        <a:buChar char="•"/>
        <a:defRPr sz="1800" kern="1200">
          <a:solidFill>
            <a:schemeClr val="tx1"/>
          </a:solidFill>
          <a:latin typeface="Arial"/>
          <a:ea typeface="Arial"/>
          <a:cs typeface="Arial"/>
        </a:defRPr>
      </a:lvl4pPr>
      <a:lvl5pPr xmlns:a="http://schemas.openxmlformats.org/drawingml/2006/main" marL="2057400" indent="-228600" algn="l" defTabSz="914400">
        <a:lnSpc>
          <a:spcPct val="100000"/>
        </a:lnSpc>
        <a:spcBef>
          <a:spcPts val="500"/>
        </a:spcBef>
        <a:buFont typeface="Arial"/>
        <a:buChar char="•"/>
        <a:defRPr sz="1800" kern="1200">
          <a:solidFill>
            <a:schemeClr val="tx1"/>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blipFill xmlns:a="http://schemas.openxmlformats.org/drawingml/2006/main" rotWithShape="1">
          <a:blip xmlns:r="http://schemas.openxmlformats.org/officeDocument/2006/relationships" r:embed="R33f1f0b6c3ca479a">
            <a:lum/>
          </a:blip>
          <a:srcRect l="0" t="0" r="0" b="0"/>
          <a:stretch>
            <a:fillRect l="0" t="0" r="0" b="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5C1880D-E4BC-4B4B-875B-D6F6E6280C06}"/>
              </a:ext>
            </a:extLst>
          </p:cNvPr>
          <p:cNvSpPr>
            <a:spLocks xmlns:a="http://schemas.openxmlformats.org/drawingml/2006/main" noGrp="1"/>
          </p:cNvSpPr>
          <p:nvPr/>
        </p:nvSpPr>
        <p:spPr>
          <a:xfrm xmlns:a="http://schemas.openxmlformats.org/drawingml/2006/main">
            <a:off x="233363" y="233363"/>
            <a:ext cx="11725275" cy="639127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ZoneTexte 10">
            <a:extLst xmlns:a="http://schemas.openxmlformats.org/drawingml/2006/main">
              <a:ext uri="{FF2B5EF4-FFF2-40B4-BE49-F238E27FC236}">
                <a16:creationId xmlns:a16="http://schemas.microsoft.com/office/drawing/2014/main" id="{062087B4-6127-874D-8652-F5B4A73992C1}"/>
              </a:ext>
            </a:extLst>
          </p:cNvPr>
          <p:cNvSpPr>
            <a:spLocks xmlns:a="http://schemas.openxmlformats.org/drawingml/2006/main" noGrp="1"/>
          </p:cNvSpPr>
          <p:nvPr/>
        </p:nvSpPr>
        <p:spPr>
          <a:xfrm xmlns:a="http://schemas.openxmlformats.org/drawingml/2006/main">
            <a:off x="10930303" y="6287426"/>
            <a:ext cx="367408"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BA6A69F9-9927-BA4C-8172-0FD11CA5671D}" type="slidenum">
              <a:rPr sz="800" b="1">
                <a:solidFill>
                  <a:srgbClr val="0078BE"/>
                </a:solidFill>
              </a:rPr>
              <a:t>‹#›</a:t>
            </a:fld>
            <a:endParaRPr sz="800" b="1">
              <a:solidFill>
                <a:srgbClr val="0078BE"/>
              </a:solidFill>
            </a:endParaRPr>
          </a:p>
        </p:txBody>
      </p:sp>
      <p:sp>
        <p:nvSpPr>
          <p:cNvPr id="13" name="Freeform 5">
            <a:extLst xmlns:a="http://schemas.openxmlformats.org/drawingml/2006/main">
              <a:ext uri="{FF2B5EF4-FFF2-40B4-BE49-F238E27FC236}">
                <a16:creationId xmlns:a16="http://schemas.microsoft.com/office/drawing/2014/main" id="{CFBCF2B1-EDB5-C04A-88A1-EA0476C0F580}"/>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4" name="Freeform 6">
            <a:extLst xmlns:a="http://schemas.openxmlformats.org/drawingml/2006/main">
              <a:ext uri="{FF2B5EF4-FFF2-40B4-BE49-F238E27FC236}">
                <a16:creationId xmlns:a16="http://schemas.microsoft.com/office/drawing/2014/main" id="{F7127D6A-78E0-C84E-BC7F-8FFC5621F8A4}"/>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5" name="Freeform 7">
            <a:extLst xmlns:a="http://schemas.openxmlformats.org/drawingml/2006/main">
              <a:ext uri="{FF2B5EF4-FFF2-40B4-BE49-F238E27FC236}">
                <a16:creationId xmlns:a16="http://schemas.microsoft.com/office/drawing/2014/main" id="{F91FB79B-290D-9C42-9D3B-0342C3A7B43A}"/>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6" name="Freeform 8">
            <a:extLst xmlns:a="http://schemas.openxmlformats.org/drawingml/2006/main">
              <a:ext uri="{FF2B5EF4-FFF2-40B4-BE49-F238E27FC236}">
                <a16:creationId xmlns:a16="http://schemas.microsoft.com/office/drawing/2014/main" id="{61887EEE-ED87-3943-AF19-842F56D71FAF}"/>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7" name="Freeform 9">
            <a:extLst xmlns:a="http://schemas.openxmlformats.org/drawingml/2006/main">
              <a:ext uri="{FF2B5EF4-FFF2-40B4-BE49-F238E27FC236}">
                <a16:creationId xmlns:a16="http://schemas.microsoft.com/office/drawing/2014/main" id="{7576F4BB-E924-804D-9514-A0F24A31536E}"/>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8" name="Freeform 10">
            <a:extLst xmlns:a="http://schemas.openxmlformats.org/drawingml/2006/main">
              <a:ext uri="{FF2B5EF4-FFF2-40B4-BE49-F238E27FC236}">
                <a16:creationId xmlns:a16="http://schemas.microsoft.com/office/drawing/2014/main" id="{CA11FCBA-F255-8B4B-9244-0861E142FB4E}"/>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9" name="Freeform 11">
            <a:extLst xmlns:a="http://schemas.openxmlformats.org/drawingml/2006/main">
              <a:ext uri="{FF2B5EF4-FFF2-40B4-BE49-F238E27FC236}">
                <a16:creationId xmlns:a16="http://schemas.microsoft.com/office/drawing/2014/main" id="{6E859C17-60F0-EE45-862A-E66F39CE1A6E}"/>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3" name="Connecteur droit 22">
            <a:extLst xmlns:a="http://schemas.openxmlformats.org/drawingml/2006/main">
              <a:ext uri="{FF2B5EF4-FFF2-40B4-BE49-F238E27FC236}">
                <a16:creationId xmlns:a16="http://schemas.microsoft.com/office/drawing/2014/main" id="{89D9EC82-4EC6-4098-93CC-B9BB9E99DE88}"/>
              </a:ext>
            </a:extLst>
          </p:cNvPr>
          <p:cNvSpPr>
            <a:spLocks xmlns:a="http://schemas.openxmlformats.org/drawingml/2006/main" noGrp="1"/>
          </p:cNvSpPr>
          <p:nvPr/>
        </p:nvSpPr>
        <p:spPr>
          <a:xfrm xmlns:a="http://schemas.openxmlformats.org/drawingml/2006/main">
            <a:off x="11205671" y="6295073"/>
            <a:ext cx="0" cy="177977"/>
          </a:xfrm>
          <a:prstGeom xmlns:a="http://schemas.openxmlformats.org/drawingml/2006/main" prst="line">
            <a:avLst/>
          </a:prstGeom>
          <a:ln xmlns:a="http://schemas.openxmlformats.org/drawingml/2006/main" w="6350">
            <a:gradFill rotWithShape="1">
              <a:gsLst>
                <a:gs pos="0">
                  <a:schemeClr val="bg1"/>
                </a:gs>
                <a:gs pos="52000">
                  <a:srgbClr val="0077C0"/>
                </a:gs>
                <a:gs pos="100000">
                  <a:schemeClr val="bg1"/>
                </a:gs>
              </a:gsLst>
              <a:lin ang="5400000" scaled="1"/>
              <a:tileRect/>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dk2" tx2="lt2" accent1="accent1" accent2="accent2" accent3="accent3" accent4="accent4" accent5="accent5" accent6="accent6" hlink="hlink" folHlink="folHlink"/>
  <p:sldLayoutIdLst>
    <p:sldLayoutId xmlns:r="http://schemas.openxmlformats.org/officeDocument/2006/relationships" id="2147483677" r:id="R8b4ef95154af43c3"/>
    <p:sldLayoutId xmlns:r="http://schemas.openxmlformats.org/officeDocument/2006/relationships" id="2147483678" r:id="R7fe8126f12d24fa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xmlns:a="http://schemas.openxmlformats.org/drawingml/2006/main" val="F26B43"/>
          </p15:clr>
        </p15:guide>
        <p15:guide id="2" pos="7133">
          <p15:clr>
            <a:srgbClr xmlns:a="http://schemas.openxmlformats.org/drawingml/2006/main" val="F26B43"/>
          </p15:clr>
        </p15:guide>
        <p15:guide id="3" orient="horz" pos="482">
          <p15:clr>
            <a:srgbClr xmlns:a="http://schemas.openxmlformats.org/drawingml/2006/main" val="F26B43"/>
          </p15:clr>
        </p15:guide>
        <p15:guide id="4" orient="horz" pos="3838">
          <p15:clr>
            <a:srgbClr xmlns:a="http://schemas.openxmlformats.org/drawingml/2006/main" val="F26B43"/>
          </p15:clr>
        </p15:guide>
        <p15:guide id="5" pos="888">
          <p15:clr>
            <a:srgbClr xmlns:a="http://schemas.openxmlformats.org/drawingml/2006/main" val="F26B43"/>
          </p15:clr>
        </p15:guide>
        <p15:guide id="6" pos="6792">
          <p15:clr>
            <a:srgbClr xmlns:a="http://schemas.openxmlformats.org/drawingml/2006/main" val="F26B43"/>
          </p15:clr>
        </p15:guide>
        <p15:guide id="7" orient="horz" pos="812">
          <p15:clr>
            <a:srgbClr xmlns:a="http://schemas.openxmlformats.org/drawingml/2006/main" val="F26B43"/>
          </p15:clr>
        </p15:guide>
        <p15:guide id="8" orient="horz" pos="3508">
          <p15:clr>
            <a:srgbClr xmlns:a="http://schemas.openxmlformats.org/drawingml/2006/main" val="F26B43"/>
          </p15:clr>
        </p15:guide>
        <p15:guide id="9" pos="2712">
          <p15:clr>
            <a:srgbClr xmlns:a="http://schemas.openxmlformats.org/drawingml/2006/main" val="F26B43"/>
          </p15:clr>
        </p15:guide>
        <p15:guide id="10" pos="2757">
          <p15:clr>
            <a:srgbClr xmlns:a="http://schemas.openxmlformats.org/drawingml/2006/main" val="F26B43"/>
          </p15:clr>
        </p15:guide>
        <p15:guide id="11" pos="4921">
          <p15:clr>
            <a:srgbClr xmlns:a="http://schemas.openxmlformats.org/drawingml/2006/main" val="F26B43"/>
          </p15:clr>
        </p15:guide>
        <p15:guide id="12" pos="4968">
          <p15:clr>
            <a:srgbClr xmlns:a="http://schemas.openxmlformats.org/drawingml/2006/main" val="F26B43"/>
          </p15:clr>
        </p15:guide>
        <p15:guide id="13" orient="horz" pos="1139">
          <p15:clr>
            <a:srgbClr xmlns:a="http://schemas.openxmlformats.org/drawingml/2006/main" val="F26B43"/>
          </p15:clr>
        </p15:guide>
      </p15:sldGuideLst>
    </p:ext>
  </p:extLst>
</p:sldMaster>
</file>

<file path=ppt/slideMasters/slideMaster3.xml><?xml version="1.0" encoding="utf-8"?>
<p:sldMaster xmlns:p="http://schemas.openxmlformats.org/presentationml/2006/main">
  <p:cSld>
    <p:bg>
      <p:bgPr>
        <a:blipFill xmlns:a="http://schemas.openxmlformats.org/drawingml/2006/main" rotWithShape="1">
          <a:blip xmlns:r="http://schemas.openxmlformats.org/officeDocument/2006/relationships" r:embed="R00b9a12ed6e94dbd">
            <a:lum/>
          </a:blip>
          <a:srcRect l="0" t="0" r="0" b="0"/>
          <a:stretch>
            <a:fillRect l="0" t="0" r="0" b="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5C1880D-E4BC-4B4B-875B-D6F6E6280C06}"/>
              </a:ext>
            </a:extLst>
          </p:cNvPr>
          <p:cNvSpPr>
            <a:spLocks xmlns:a="http://schemas.openxmlformats.org/drawingml/2006/main" noGrp="1"/>
          </p:cNvSpPr>
          <p:nvPr/>
        </p:nvSpPr>
        <p:spPr>
          <a:xfrm xmlns:a="http://schemas.openxmlformats.org/drawingml/2006/main">
            <a:off x="233363" y="233363"/>
            <a:ext cx="11725275" cy="639127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ZoneTexte 10">
            <a:extLst xmlns:a="http://schemas.openxmlformats.org/drawingml/2006/main">
              <a:ext uri="{FF2B5EF4-FFF2-40B4-BE49-F238E27FC236}">
                <a16:creationId xmlns:a16="http://schemas.microsoft.com/office/drawing/2014/main" id="{062087B4-6127-874D-8652-F5B4A73992C1}"/>
              </a:ext>
            </a:extLst>
          </p:cNvPr>
          <p:cNvSpPr>
            <a:spLocks xmlns:a="http://schemas.openxmlformats.org/drawingml/2006/main" noGrp="1"/>
          </p:cNvSpPr>
          <p:nvPr/>
        </p:nvSpPr>
        <p:spPr>
          <a:xfrm xmlns:a="http://schemas.openxmlformats.org/drawingml/2006/main">
            <a:off x="10930303" y="6287426"/>
            <a:ext cx="367408"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BA6A69F9-9927-BA4C-8172-0FD11CA5671D}" type="slidenum">
              <a:rPr sz="800" b="1">
                <a:solidFill>
                  <a:srgbClr val="0078BE"/>
                </a:solidFill>
              </a:rPr>
              <a:t>‹#›</a:t>
            </a:fld>
            <a:endParaRPr sz="800" b="1">
              <a:solidFill>
                <a:srgbClr val="0078BE"/>
              </a:solidFill>
            </a:endParaRPr>
          </a:p>
        </p:txBody>
      </p:sp>
      <p:sp>
        <p:nvSpPr>
          <p:cNvPr id="13" name="Freeform 5">
            <a:extLst xmlns:a="http://schemas.openxmlformats.org/drawingml/2006/main">
              <a:ext uri="{FF2B5EF4-FFF2-40B4-BE49-F238E27FC236}">
                <a16:creationId xmlns:a16="http://schemas.microsoft.com/office/drawing/2014/main" id="{CFBCF2B1-EDB5-C04A-88A1-EA0476C0F580}"/>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4" name="Freeform 6">
            <a:extLst xmlns:a="http://schemas.openxmlformats.org/drawingml/2006/main">
              <a:ext uri="{FF2B5EF4-FFF2-40B4-BE49-F238E27FC236}">
                <a16:creationId xmlns:a16="http://schemas.microsoft.com/office/drawing/2014/main" id="{F7127D6A-78E0-C84E-BC7F-8FFC5621F8A4}"/>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5" name="Freeform 7">
            <a:extLst xmlns:a="http://schemas.openxmlformats.org/drawingml/2006/main">
              <a:ext uri="{FF2B5EF4-FFF2-40B4-BE49-F238E27FC236}">
                <a16:creationId xmlns:a16="http://schemas.microsoft.com/office/drawing/2014/main" id="{F91FB79B-290D-9C42-9D3B-0342C3A7B43A}"/>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6" name="Freeform 8">
            <a:extLst xmlns:a="http://schemas.openxmlformats.org/drawingml/2006/main">
              <a:ext uri="{FF2B5EF4-FFF2-40B4-BE49-F238E27FC236}">
                <a16:creationId xmlns:a16="http://schemas.microsoft.com/office/drawing/2014/main" id="{61887EEE-ED87-3943-AF19-842F56D71FAF}"/>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7" name="Freeform 9">
            <a:extLst xmlns:a="http://schemas.openxmlformats.org/drawingml/2006/main">
              <a:ext uri="{FF2B5EF4-FFF2-40B4-BE49-F238E27FC236}">
                <a16:creationId xmlns:a16="http://schemas.microsoft.com/office/drawing/2014/main" id="{7576F4BB-E924-804D-9514-A0F24A31536E}"/>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8" name="Freeform 10">
            <a:extLst xmlns:a="http://schemas.openxmlformats.org/drawingml/2006/main">
              <a:ext uri="{FF2B5EF4-FFF2-40B4-BE49-F238E27FC236}">
                <a16:creationId xmlns:a16="http://schemas.microsoft.com/office/drawing/2014/main" id="{CA11FCBA-F255-8B4B-9244-0861E142FB4E}"/>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9" name="Freeform 11">
            <a:extLst xmlns:a="http://schemas.openxmlformats.org/drawingml/2006/main">
              <a:ext uri="{FF2B5EF4-FFF2-40B4-BE49-F238E27FC236}">
                <a16:creationId xmlns:a16="http://schemas.microsoft.com/office/drawing/2014/main" id="{6E859C17-60F0-EE45-862A-E66F39CE1A6E}"/>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3" name="Connecteur droit 22">
            <a:extLst xmlns:a="http://schemas.openxmlformats.org/drawingml/2006/main">
              <a:ext uri="{FF2B5EF4-FFF2-40B4-BE49-F238E27FC236}">
                <a16:creationId xmlns:a16="http://schemas.microsoft.com/office/drawing/2014/main" id="{8C84744A-27CC-4496-A3AA-EB9CBC0439B1}"/>
              </a:ext>
            </a:extLst>
          </p:cNvPr>
          <p:cNvSpPr>
            <a:spLocks xmlns:a="http://schemas.openxmlformats.org/drawingml/2006/main" noGrp="1"/>
          </p:cNvSpPr>
          <p:nvPr/>
        </p:nvSpPr>
        <p:spPr>
          <a:xfrm xmlns:a="http://schemas.openxmlformats.org/drawingml/2006/main">
            <a:off x="11205671" y="6295073"/>
            <a:ext cx="0" cy="177977"/>
          </a:xfrm>
          <a:prstGeom xmlns:a="http://schemas.openxmlformats.org/drawingml/2006/main" prst="line">
            <a:avLst/>
          </a:prstGeom>
          <a:ln xmlns:a="http://schemas.openxmlformats.org/drawingml/2006/main" w="6350">
            <a:gradFill rotWithShape="1">
              <a:gsLst>
                <a:gs pos="0">
                  <a:schemeClr val="bg1"/>
                </a:gs>
                <a:gs pos="52000">
                  <a:srgbClr val="0077C0"/>
                </a:gs>
                <a:gs pos="100000">
                  <a:schemeClr val="bg1"/>
                </a:gs>
              </a:gsLst>
              <a:lin ang="5400000" scaled="1"/>
              <a:tileRect/>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dk2" tx2="lt2" accent1="accent1" accent2="accent2" accent3="accent3" accent4="accent4" accent5="accent5" accent6="accent6" hlink="hlink" folHlink="folHlink"/>
  <p:sldLayoutIdLst>
    <p:sldLayoutId xmlns:r="http://schemas.openxmlformats.org/officeDocument/2006/relationships" id="2147483680" r:id="Re374ac2aabf54c63"/>
    <p:sldLayoutId xmlns:r="http://schemas.openxmlformats.org/officeDocument/2006/relationships" id="2147483681" r:id="R018cbd988338463c"/>
    <p:sldLayoutId xmlns:r="http://schemas.openxmlformats.org/officeDocument/2006/relationships" id="2147483682" r:id="R6cc4dd8a8e554cf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xmlns:a="http://schemas.openxmlformats.org/drawingml/2006/main" val="F26B43"/>
          </p15:clr>
        </p15:guide>
        <p15:guide id="2" pos="7133">
          <p15:clr>
            <a:srgbClr xmlns:a="http://schemas.openxmlformats.org/drawingml/2006/main" val="F26B43"/>
          </p15:clr>
        </p15:guide>
        <p15:guide id="3" orient="horz" pos="482">
          <p15:clr>
            <a:srgbClr xmlns:a="http://schemas.openxmlformats.org/drawingml/2006/main" val="F26B43"/>
          </p15:clr>
        </p15:guide>
        <p15:guide id="4" orient="horz" pos="3838">
          <p15:clr>
            <a:srgbClr xmlns:a="http://schemas.openxmlformats.org/drawingml/2006/main" val="F26B43"/>
          </p15:clr>
        </p15:guide>
        <p15:guide id="5" pos="888">
          <p15:clr>
            <a:srgbClr xmlns:a="http://schemas.openxmlformats.org/drawingml/2006/main" val="F26B43"/>
          </p15:clr>
        </p15:guide>
        <p15:guide id="6" pos="6792">
          <p15:clr>
            <a:srgbClr xmlns:a="http://schemas.openxmlformats.org/drawingml/2006/main" val="F26B43"/>
          </p15:clr>
        </p15:guide>
        <p15:guide id="7" orient="horz" pos="812">
          <p15:clr>
            <a:srgbClr xmlns:a="http://schemas.openxmlformats.org/drawingml/2006/main" val="F26B43"/>
          </p15:clr>
        </p15:guide>
        <p15:guide id="8" orient="horz" pos="3508">
          <p15:clr>
            <a:srgbClr xmlns:a="http://schemas.openxmlformats.org/drawingml/2006/main" val="F26B43"/>
          </p15:clr>
        </p15:guide>
        <p15:guide id="9" pos="2712">
          <p15:clr>
            <a:srgbClr xmlns:a="http://schemas.openxmlformats.org/drawingml/2006/main" val="F26B43"/>
          </p15:clr>
        </p15:guide>
        <p15:guide id="10" pos="2757">
          <p15:clr>
            <a:srgbClr xmlns:a="http://schemas.openxmlformats.org/drawingml/2006/main" val="F26B43"/>
          </p15:clr>
        </p15:guide>
        <p15:guide id="11" pos="4921">
          <p15:clr>
            <a:srgbClr xmlns:a="http://schemas.openxmlformats.org/drawingml/2006/main" val="F26B43"/>
          </p15:clr>
        </p15:guide>
        <p15:guide id="12" pos="4968">
          <p15:clr>
            <a:srgbClr xmlns:a="http://schemas.openxmlformats.org/drawingml/2006/main" val="F26B43"/>
          </p15:clr>
        </p15:guide>
        <p15:guide id="13" orient="horz" pos="1139">
          <p15:clr>
            <a:srgbClr xmlns:a="http://schemas.openxmlformats.org/drawingml/2006/main" val="F26B43"/>
          </p15:clr>
        </p15:guide>
      </p15:sldGuideLst>
    </p:ext>
  </p:extLst>
</p:sldMaster>
</file>

<file path=ppt/slideMasters/slideMaster4.xml><?xml version="1.0" encoding="utf-8"?>
<p:sldMaster xmlns:p="http://schemas.openxmlformats.org/presentationml/2006/main">
  <p:cSld>
    <p:bg>
      <p:bgPr>
        <a:blipFill xmlns:a="http://schemas.openxmlformats.org/drawingml/2006/main" rotWithShape="1">
          <a:blip xmlns:r="http://schemas.openxmlformats.org/officeDocument/2006/relationships" r:embed="Rf27e219fa03d4fe2">
            <a:lum/>
          </a:blip>
          <a:srcRect l="0" t="0" r="0" b="0"/>
          <a:stretch>
            <a:fillRect l="0" t="0" r="0" b="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B5C1880D-E4BC-4B4B-875B-D6F6E6280C06}"/>
              </a:ext>
            </a:extLst>
          </p:cNvPr>
          <p:cNvSpPr>
            <a:spLocks xmlns:a="http://schemas.openxmlformats.org/drawingml/2006/main" noGrp="1"/>
          </p:cNvSpPr>
          <p:nvPr/>
        </p:nvSpPr>
        <p:spPr>
          <a:xfrm xmlns:a="http://schemas.openxmlformats.org/drawingml/2006/main">
            <a:off x="233363" y="233363"/>
            <a:ext cx="11725275" cy="6391275"/>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ZoneTexte 10">
            <a:extLst xmlns:a="http://schemas.openxmlformats.org/drawingml/2006/main">
              <a:ext uri="{FF2B5EF4-FFF2-40B4-BE49-F238E27FC236}">
                <a16:creationId xmlns:a16="http://schemas.microsoft.com/office/drawing/2014/main" id="{062087B4-6127-874D-8652-F5B4A73992C1}"/>
              </a:ext>
            </a:extLst>
          </p:cNvPr>
          <p:cNvSpPr>
            <a:spLocks xmlns:a="http://schemas.openxmlformats.org/drawingml/2006/main" noGrp="1"/>
          </p:cNvSpPr>
          <p:nvPr/>
        </p:nvSpPr>
        <p:spPr>
          <a:xfrm xmlns:a="http://schemas.openxmlformats.org/drawingml/2006/main">
            <a:off x="10930303" y="6287426"/>
            <a:ext cx="367408"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BA6A69F9-9927-BA4C-8172-0FD11CA5671D}" type="slidenum">
              <a:rPr sz="800" b="1">
                <a:solidFill>
                  <a:srgbClr val="0078BE"/>
                </a:solidFill>
              </a:rPr>
              <a:t>‹#›</a:t>
            </a:fld>
            <a:endParaRPr sz="800" b="1">
              <a:solidFill>
                <a:srgbClr val="0078BE"/>
              </a:solidFill>
            </a:endParaRPr>
          </a:p>
        </p:txBody>
      </p:sp>
      <p:sp>
        <p:nvSpPr>
          <p:cNvPr id="13" name="Freeform 5">
            <a:extLst xmlns:a="http://schemas.openxmlformats.org/drawingml/2006/main">
              <a:ext uri="{FF2B5EF4-FFF2-40B4-BE49-F238E27FC236}">
                <a16:creationId xmlns:a16="http://schemas.microsoft.com/office/drawing/2014/main" id="{CFBCF2B1-EDB5-C04A-88A1-EA0476C0F580}"/>
              </a:ext>
            </a:extLst>
          </p:cNvPr>
          <p:cNvSpPr>
            <a:spLocks xmlns:a="http://schemas.openxmlformats.org/drawingml/2006/main" noGrp="1"/>
          </p:cNvSpPr>
          <p:nvPr/>
        </p:nvSpPr>
        <p:spPr>
          <a:xfrm xmlns:a="http://schemas.openxmlformats.org/drawingml/2006/main" rot="0" flipH="0" flipV="0">
            <a:off x="11260286" y="6282743"/>
            <a:ext cx="422484" cy="61098"/>
          </a:xfrm>
          <a:custGeom xmlns:a="http://schemas.openxmlformats.org/drawingml/2006/main">
            <a:gdLst>
              <a:gd name="T0" fmla="*/ 1276 w 1276"/>
              <a:gd name="T1" fmla="*/ 183 h 183"/>
              <a:gd name="T2" fmla="*/ 638 w 1276"/>
              <a:gd name="T3" fmla="*/ 0 h 183"/>
              <a:gd name="T4" fmla="*/ 0 w 1276"/>
              <a:gd name="T5" fmla="*/ 183 h 183"/>
              <a:gd name="T6" fmla="*/ 638 w 1276"/>
              <a:gd name="T7" fmla="*/ 92 h 183"/>
              <a:gd name="T8" fmla="*/ 1276 w 1276"/>
              <a:gd name="T9" fmla="*/ 183 h 183"/>
            </a:gd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4" name="Freeform 6">
            <a:extLst xmlns:a="http://schemas.openxmlformats.org/drawingml/2006/main">
              <a:ext uri="{FF2B5EF4-FFF2-40B4-BE49-F238E27FC236}">
                <a16:creationId xmlns:a16="http://schemas.microsoft.com/office/drawing/2014/main" id="{F7127D6A-78E0-C84E-BC7F-8FFC5621F8A4}"/>
              </a:ext>
            </a:extLst>
          </p:cNvPr>
          <p:cNvSpPr>
            <a:spLocks xmlns:a="http://schemas.openxmlformats.org/drawingml/2006/main" noGrp="1"/>
          </p:cNvSpPr>
          <p:nvPr/>
        </p:nvSpPr>
        <p:spPr>
          <a:xfrm xmlns:a="http://schemas.openxmlformats.org/drawingml/2006/main" rot="0" flipH="0" flipV="0">
            <a:off x="11362348" y="6363803"/>
            <a:ext cx="82969" cy="69256"/>
          </a:xfrm>
          <a:custGeom xmlns:a="http://schemas.openxmlformats.org/drawingml/2006/main">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5" name="Freeform 7">
            <a:extLst xmlns:a="http://schemas.openxmlformats.org/drawingml/2006/main">
              <a:ext uri="{FF2B5EF4-FFF2-40B4-BE49-F238E27FC236}">
                <a16:creationId xmlns:a16="http://schemas.microsoft.com/office/drawing/2014/main" id="{F91FB79B-290D-9C42-9D3B-0342C3A7B43A}"/>
              </a:ext>
            </a:extLst>
          </p:cNvPr>
          <p:cNvSpPr>
            <a:spLocks xmlns:a="http://schemas.openxmlformats.org/drawingml/2006/main" noGrp="1"/>
          </p:cNvSpPr>
          <p:nvPr/>
        </p:nvSpPr>
        <p:spPr>
          <a:xfrm xmlns:a="http://schemas.openxmlformats.org/drawingml/2006/main" rot="0" flipH="0" flipV="0">
            <a:off x="11589733" y="6362067"/>
            <a:ext cx="89044" cy="78976"/>
          </a:xfrm>
          <a:custGeom xmlns:a="http://schemas.openxmlformats.org/drawingml/2006/main">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6" name="Freeform 8">
            <a:extLst xmlns:a="http://schemas.openxmlformats.org/drawingml/2006/main">
              <a:ext uri="{FF2B5EF4-FFF2-40B4-BE49-F238E27FC236}">
                <a16:creationId xmlns:a16="http://schemas.microsoft.com/office/drawing/2014/main" id="{61887EEE-ED87-3943-AF19-842F56D71FAF}"/>
              </a:ext>
            </a:extLst>
          </p:cNvPr>
          <p:cNvSpPr>
            <a:spLocks xmlns:a="http://schemas.openxmlformats.org/drawingml/2006/main" noGrp="1"/>
          </p:cNvSpPr>
          <p:nvPr/>
        </p:nvSpPr>
        <p:spPr>
          <a:xfrm xmlns:a="http://schemas.openxmlformats.org/drawingml/2006/main" rot="0" flipH="0" flipV="0">
            <a:off x="11263931" y="6362067"/>
            <a:ext cx="89391" cy="78976"/>
          </a:xfrm>
          <a:custGeom xmlns:a="http://schemas.openxmlformats.org/drawingml/2006/main">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7" name="Freeform 9">
            <a:extLst xmlns:a="http://schemas.openxmlformats.org/drawingml/2006/main">
              <a:ext uri="{FF2B5EF4-FFF2-40B4-BE49-F238E27FC236}">
                <a16:creationId xmlns:a16="http://schemas.microsoft.com/office/drawing/2014/main" id="{7576F4BB-E924-804D-9514-A0F24A31536E}"/>
              </a:ext>
            </a:extLst>
          </p:cNvPr>
          <p:cNvSpPr>
            <a:spLocks xmlns:a="http://schemas.openxmlformats.org/drawingml/2006/main" noGrp="1"/>
          </p:cNvSpPr>
          <p:nvPr/>
        </p:nvSpPr>
        <p:spPr>
          <a:xfrm xmlns:a="http://schemas.openxmlformats.org/drawingml/2006/main" rot="0" flipH="0" flipV="0">
            <a:off x="11561267" y="6382723"/>
            <a:ext cx="20481" cy="50336"/>
          </a:xfrm>
          <a:custGeom xmlns:a="http://schemas.openxmlformats.org/drawingml/2006/main">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8" name="Freeform 10">
            <a:extLst xmlns:a="http://schemas.openxmlformats.org/drawingml/2006/main">
              <a:ext uri="{FF2B5EF4-FFF2-40B4-BE49-F238E27FC236}">
                <a16:creationId xmlns:a16="http://schemas.microsoft.com/office/drawing/2014/main" id="{CA11FCBA-F255-8B4B-9244-0861E142FB4E}"/>
              </a:ext>
            </a:extLst>
          </p:cNvPr>
          <p:cNvSpPr>
            <a:spLocks xmlns:a="http://schemas.openxmlformats.org/drawingml/2006/main" noGrp="1"/>
          </p:cNvSpPr>
          <p:nvPr/>
        </p:nvSpPr>
        <p:spPr>
          <a:xfrm xmlns:a="http://schemas.openxmlformats.org/drawingml/2006/main" rot="0" flipH="0" flipV="0">
            <a:off x="11560572" y="6362067"/>
            <a:ext cx="21870" cy="17357"/>
          </a:xfrm>
          <a:custGeom xmlns:a="http://schemas.openxmlformats.org/drawingml/2006/main">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19" name="Freeform 11">
            <a:extLst xmlns:a="http://schemas.openxmlformats.org/drawingml/2006/main">
              <a:ext uri="{FF2B5EF4-FFF2-40B4-BE49-F238E27FC236}">
                <a16:creationId xmlns:a16="http://schemas.microsoft.com/office/drawing/2014/main" id="{6E859C17-60F0-EE45-862A-E66F39CE1A6E}"/>
              </a:ext>
            </a:extLst>
          </p:cNvPr>
          <p:cNvSpPr>
            <a:spLocks xmlns:a="http://schemas.openxmlformats.org/drawingml/2006/main" noGrp="1"/>
          </p:cNvSpPr>
          <p:nvPr/>
        </p:nvSpPr>
        <p:spPr>
          <a:xfrm xmlns:a="http://schemas.openxmlformats.org/drawingml/2006/main" rot="0" flipH="0" flipV="0">
            <a:off x="11454344" y="6362067"/>
            <a:ext cx="99632" cy="72033"/>
          </a:xfrm>
          <a:custGeom xmlns:a="http://schemas.openxmlformats.org/drawingml/2006/main">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xmlns:a="http://schemas.openxmlformats.org/drawingml/2006/main">
            <a:srgbClr val="0077BF"/>
          </a:solidFill>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sp>
        <p:nvSpPr>
          <p:cNvPr id="23" name="Connecteur droit 22">
            <a:extLst xmlns:a="http://schemas.openxmlformats.org/drawingml/2006/main">
              <a:ext uri="{FF2B5EF4-FFF2-40B4-BE49-F238E27FC236}">
                <a16:creationId xmlns:a16="http://schemas.microsoft.com/office/drawing/2014/main" id="{C777A210-2996-482D-9A89-D85F4EBE60BA}"/>
              </a:ext>
            </a:extLst>
          </p:cNvPr>
          <p:cNvSpPr>
            <a:spLocks xmlns:a="http://schemas.openxmlformats.org/drawingml/2006/main" noGrp="1"/>
          </p:cNvSpPr>
          <p:nvPr/>
        </p:nvSpPr>
        <p:spPr>
          <a:xfrm xmlns:a="http://schemas.openxmlformats.org/drawingml/2006/main">
            <a:off x="11205671" y="6295073"/>
            <a:ext cx="0" cy="177977"/>
          </a:xfrm>
          <a:prstGeom xmlns:a="http://schemas.openxmlformats.org/drawingml/2006/main" prst="line">
            <a:avLst/>
          </a:prstGeom>
          <a:ln xmlns:a="http://schemas.openxmlformats.org/drawingml/2006/main" w="6350">
            <a:gradFill rotWithShape="1">
              <a:gsLst>
                <a:gs pos="0">
                  <a:schemeClr val="bg1"/>
                </a:gs>
                <a:gs pos="52000">
                  <a:srgbClr val="0077C0"/>
                </a:gs>
                <a:gs pos="100000">
                  <a:schemeClr val="bg1"/>
                </a:gs>
              </a:gsLst>
              <a:lin ang="5400000" scaled="1"/>
              <a:tileRect/>
            </a:gra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dk2" tx2="lt2" accent1="accent1" accent2="accent2" accent3="accent3" accent4="accent4" accent5="accent5" accent6="accent6" hlink="hlink" folHlink="folHlink"/>
  <p:sldLayoutIdLst>
    <p:sldLayoutId xmlns:r="http://schemas.openxmlformats.org/officeDocument/2006/relationships" id="2147483684" r:id="Rcbc0dd89c9a64324"/>
    <p:sldLayoutId xmlns:r="http://schemas.openxmlformats.org/officeDocument/2006/relationships" id="2147483685" r:id="R330ce7c7b92440db"/>
    <p:sldLayoutId xmlns:r="http://schemas.openxmlformats.org/officeDocument/2006/relationships" id="2147483686" r:id="R97635b904a5b470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xmlns:a="http://schemas.openxmlformats.org/drawingml/2006/main" val="F26B43"/>
          </p15:clr>
        </p15:guide>
        <p15:guide id="2" pos="7133">
          <p15:clr>
            <a:srgbClr xmlns:a="http://schemas.openxmlformats.org/drawingml/2006/main" val="F26B43"/>
          </p15:clr>
        </p15:guide>
        <p15:guide id="3" orient="horz" pos="482">
          <p15:clr>
            <a:srgbClr xmlns:a="http://schemas.openxmlformats.org/drawingml/2006/main" val="F26B43"/>
          </p15:clr>
        </p15:guide>
        <p15:guide id="4" orient="horz" pos="3838">
          <p15:clr>
            <a:srgbClr xmlns:a="http://schemas.openxmlformats.org/drawingml/2006/main" val="F26B43"/>
          </p15:clr>
        </p15:guide>
        <p15:guide id="5" pos="888">
          <p15:clr>
            <a:srgbClr xmlns:a="http://schemas.openxmlformats.org/drawingml/2006/main" val="F26B43"/>
          </p15:clr>
        </p15:guide>
        <p15:guide id="6" pos="6792">
          <p15:clr>
            <a:srgbClr xmlns:a="http://schemas.openxmlformats.org/drawingml/2006/main" val="F26B43"/>
          </p15:clr>
        </p15:guide>
        <p15:guide id="7" orient="horz" pos="812">
          <p15:clr>
            <a:srgbClr xmlns:a="http://schemas.openxmlformats.org/drawingml/2006/main" val="F26B43"/>
          </p15:clr>
        </p15:guide>
        <p15:guide id="8" orient="horz" pos="3508">
          <p15:clr>
            <a:srgbClr xmlns:a="http://schemas.openxmlformats.org/drawingml/2006/main" val="F26B43"/>
          </p15:clr>
        </p15:guide>
        <p15:guide id="9" pos="2712">
          <p15:clr>
            <a:srgbClr xmlns:a="http://schemas.openxmlformats.org/drawingml/2006/main" val="F26B43"/>
          </p15:clr>
        </p15:guide>
        <p15:guide id="10" pos="2757">
          <p15:clr>
            <a:srgbClr xmlns:a="http://schemas.openxmlformats.org/drawingml/2006/main" val="F26B43"/>
          </p15:clr>
        </p15:guide>
        <p15:guide id="11" pos="4921">
          <p15:clr>
            <a:srgbClr xmlns:a="http://schemas.openxmlformats.org/drawingml/2006/main" val="F26B43"/>
          </p15:clr>
        </p15:guide>
        <p15:guide id="12" pos="4968">
          <p15:clr>
            <a:srgbClr xmlns:a="http://schemas.openxmlformats.org/drawingml/2006/main" val="F26B43"/>
          </p15:clr>
        </p15:guide>
        <p15:guide id="13" orient="horz" pos="1139">
          <p15:clr>
            <a:srgbClr xmlns:a="http://schemas.openxmlformats.org/drawingml/2006/main" val="F26B43"/>
          </p15:clr>
        </p15:guide>
      </p15:sldGuideLst>
    </p:ext>
  </p:extLst>
</p:sldMaster>
</file>

<file path=ppt/slideMasters/theme/theme2.xml><?xml version="1.0" encoding="utf-8"?>
<a:theme xmlns:a="http://schemas.openxmlformats.org/drawingml/2006/main" name="Thème Office">
  <a:themeElements>
    <a:clrScheme name="Personnalisé 8">
      <a:dk1>
        <a:sysClr val="windowText" lastClr="000000"/>
      </a:dk1>
      <a:lt1>
        <a:sysClr val="window" lastClr="FFFFFF"/>
      </a:lt1>
      <a:dk2>
        <a:srgbClr val="17255F"/>
      </a:dk2>
      <a:lt2>
        <a:srgbClr val="E7E6E6"/>
      </a:lt2>
      <a:accent1>
        <a:srgbClr val="17255F"/>
      </a:accent1>
      <a:accent2>
        <a:srgbClr val="00AAFF"/>
      </a:accent2>
      <a:accent3>
        <a:srgbClr val="00817D"/>
      </a:accent3>
      <a:accent4>
        <a:srgbClr val="6C4796"/>
      </a:accent4>
      <a:accent5>
        <a:srgbClr val="E94287"/>
      </a:accent5>
      <a:accent6>
        <a:srgbClr val="EB5D40"/>
      </a:accent6>
      <a:hlink>
        <a:srgbClr val="003C56"/>
      </a:hlink>
      <a:folHlink>
        <a:srgbClr val="003C56"/>
      </a:folHlink>
    </a:clrScheme>
    <a:fontScheme name="Personnalisé 2">
      <a:majorFont>
        <a:latin typeface="Arial Black"/>
        <a:ea typeface=""/>
        <a:cs typeface=""/>
      </a:majorFont>
      <a:minorFont>
        <a:latin typeface="Arial"/>
        <a:ea typeface=""/>
        <a:cs typeface=""/>
      </a:minorFont>
    </a:fontScheme>
    <a:fmtScheme name="Personnalisé 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2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3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4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7.xml" Id="R98140817c59a4a84" /><Relationship Type="http://schemas.openxmlformats.org/officeDocument/2006/relationships/image" Target="/ppt/media/image6.png" Id="R49aa80a7f0d1424e" /><Relationship Type="http://schemas.openxmlformats.org/officeDocument/2006/relationships/image" Target="/ppt/media/image7.png" Id="R55b843e3885b462c" /><Relationship Type="http://schemas.openxmlformats.org/officeDocument/2006/relationships/image" Target="/ppt/media/image8.png" Id="R0aa694c7316c4a2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Oil Slide Title">
            <a:extLst xmlns:a="http://schemas.openxmlformats.org/drawingml/2006/main">
              <a:ext uri="{FF2B5EF4-FFF2-40B4-BE49-F238E27FC236}">
                <a16:creationId xmlns:a16="http://schemas.microsoft.com/office/drawing/2014/main" id="{9C4D01D2-D2BE-4E4F-84E7-C2B9D9B7E616}"/>
              </a:ext>
            </a:extLst>
          </p:cNvPr>
          <p:cNvSpPr>
            <a:spLocks xmlns:a="http://schemas.openxmlformats.org/drawingml/2006/main" noGrp="1"/>
          </p:cNvSpPr>
          <p:nvPr/>
        </p:nvSpPr>
        <p:spPr>
          <a:xfrm xmlns:a="http://schemas.openxmlformats.org/drawingml/2006/main">
            <a:off x="266700" y="257175"/>
            <a:ext cx="1133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91440" tIns="45720" rIns="91440" bIns="45720" anchor="t">
            <a:noAutofit/>
          </a:bodyPr>
          <a:lstStyle xmlns:a="http://schemas.openxmlformats.org/drawingml/2006/main"/>
          <a:p xmlns:a="http://schemas.openxmlformats.org/drawingml/2006/main">
            <a:pPr algn="l">
              <a:defRPr sz="2363" b="1">
                <a:solidFill>
                  <a:srgbClr val="17255F"/>
                </a:solidFill>
                <a:latin typeface="Arial Black"/>
                <a:ea typeface="Arial Black"/>
                <a:cs typeface="Arial Black"/>
              </a:defRPr>
            </a:pPr>
            <a:r>
              <a:rPr sz="2363" b="1">
                <a:solidFill>
                  <a:srgbClr val="17255F"/>
                </a:solidFill>
                <a:latin typeface="Arial Black"/>
                <a:ea typeface="Arial Black"/>
                <a:cs typeface="Arial Black"/>
              </a:rPr>
              <a:t>Oil: A drawn-out crisis keeps crude high and products tight</a:t>
            </a:r>
          </a:p>
        </p:txBody>
      </p:sp>
      <p:sp>
        <p:nvSpPr>
          <p:cNvPr id="2" name="Oil Monthly Summary">
            <a:extLst xmlns:a="http://schemas.openxmlformats.org/drawingml/2006/main">
              <a:ext uri="{FF2B5EF4-FFF2-40B4-BE49-F238E27FC236}">
                <a16:creationId xmlns:a16="http://schemas.microsoft.com/office/drawing/2014/main" id="{C14D520C-770E-4FC6-ADDB-42734BBE1775}"/>
              </a:ext>
            </a:extLst>
          </p:cNvPr>
          <p:cNvSpPr>
            <a:spLocks xmlns:a="http://schemas.openxmlformats.org/drawingml/2006/main" noGrp="1"/>
          </p:cNvSpPr>
          <p:nvPr/>
        </p:nvSpPr>
        <p:spPr>
          <a:xfrm xmlns:a="http://schemas.openxmlformats.org/drawingml/2006/main">
            <a:off x="438150" y="1257300"/>
            <a:ext cx="1123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00" i="1">
                <a:solidFill>
                  <a:srgbClr val="00AAFF"/>
                </a:solidFill>
                <a:latin typeface="Arial"/>
                <a:ea typeface="Arial"/>
                <a:cs typeface="Arial"/>
              </a:defRPr>
            </a:pPr>
            <a:r>
              <a:rPr sz="1100" i="1">
                <a:solidFill>
                  <a:srgbClr val="00AAFF"/>
                </a:solidFill>
                <a:latin typeface="Arial"/>
                <a:ea typeface="Arial"/>
                <a:cs typeface="Arial"/>
              </a:rPr>
              <a:t>• </a:t>
            </a:r>
            <a:r>
              <a:rPr sz="1100" i="1">
                <a:solidFill>
                  <a:srgbClr val="00AAFF"/>
                </a:solidFill>
                <a:latin typeface="Arial"/>
                <a:ea typeface="Arial"/>
                <a:cs typeface="Arial"/>
              </a:rPr>
              <a:t>Main message: there is no short-term exit from the crisis. Escalation risks have receded, making sustained high prices more likely than an extreme spike, while exceptionally wide product cracks leave diesel, jet fuel and gasoline exposed to further gains.</a:t>
            </a:r>
          </a:p>
        </p:txBody>
      </p:sp>
      <p:sp>
        <p:nvSpPr>
          <p:cNvPr id="3" name="Oil Analysis Bullets">
            <a:extLst xmlns:a="http://schemas.openxmlformats.org/drawingml/2006/main">
              <a:ext uri="{FF2B5EF4-FFF2-40B4-BE49-F238E27FC236}">
                <a16:creationId xmlns:a16="http://schemas.microsoft.com/office/drawing/2014/main" id="{02FD79F1-80AE-48B0-9658-F93B8383315A}"/>
              </a:ext>
            </a:extLst>
          </p:cNvPr>
          <p:cNvSpPr>
            <a:spLocks xmlns:a="http://schemas.openxmlformats.org/drawingml/2006/main" noGrp="1"/>
          </p:cNvSpPr>
          <p:nvPr/>
        </p:nvSpPr>
        <p:spPr>
          <a:xfrm xmlns:a="http://schemas.openxmlformats.org/drawingml/2006/main">
            <a:off x="457200" y="1952625"/>
            <a:ext cx="5905500" cy="426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28575" bIns="0" anchor="t">
            <a:noAutofit/>
          </a:bodyPr>
          <a:lstStyle xmlns:a="http://schemas.openxmlformats.org/drawingml/2006/main"/>
          <a:p xmlns:a="http://schemas.openxmlformats.org/drawingml/2006/main">
            <a:pPr algn="l">
              <a:lnSpc>
                <a:spcPct val="106000"/>
              </a:lnSpc>
              <a:spcAft>
                <a:spcPts val="18"/>
              </a:spcAft>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Political scenario:</a:t>
            </a:r>
            <a:r>
              <a:rPr sz="1150">
                <a:solidFill>
                  <a:srgbClr val="000000"/>
                </a:solidFill>
                <a:latin typeface="Arial"/>
                <a:ea typeface="Arial"/>
                <a:cs typeface="Arial"/>
              </a:rPr>
              <a:t> Renewed hostilities have not materially raised the risk of uncontrolled escalation. Unable to secure a quick outcome, Washington has shifted to economic strangulation; however, China is unlikely to comply and can use rare-earth leverage. Tehran, meanwhile, can wait for a possible US policy shift after the November midterms. With neither side under immediate pressure to compromise, a near-term settlement looks unlikely.</a:t>
            </a:r>
          </a:p>
          <a:p xmlns:a="http://schemas.openxmlformats.org/drawingml/2006/main">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p>
          <a:p xmlns:a="http://schemas.openxmlformats.org/drawingml/2006/main">
            <a:pPr algn="l">
              <a:lnSpc>
                <a:spcPct val="106000"/>
              </a:lnSpc>
              <a:spcAft>
                <a:spcPts val="18"/>
              </a:spcAft>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Product squeeze:</a:t>
            </a:r>
            <a:r>
              <a:rPr sz="1150">
                <a:solidFill>
                  <a:srgbClr val="000000"/>
                </a:solidFill>
                <a:latin typeface="Arial"/>
                <a:ea typeface="Arial"/>
                <a:cs typeface="Arial"/>
              </a:rPr>
              <a:t> Jet and ICE gasoil cracks are now around $70–80/b over Brent, with gasoline near $50/b, versus roughly $15–25/b before the conflict. Outright jet and diesel prices are therefore close to twice the crude price. US distillate stocks have fallen to around 103 mb, about 20% below January and beneath the 2021–25 seasonal range, increasingly constraining US export capacity.</a:t>
            </a:r>
          </a:p>
          <a:p xmlns:a="http://schemas.openxmlformats.org/drawingml/2006/main">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p>
          <a:p xmlns:a="http://schemas.openxmlformats.org/drawingml/2006/main">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Outlook:</a:t>
            </a:r>
            <a:r>
              <a:rPr sz="1150">
                <a:solidFill>
                  <a:srgbClr val="000000"/>
                </a:solidFill>
                <a:latin typeface="Arial"/>
                <a:ea typeface="Arial"/>
                <a:cs typeface="Arial"/>
              </a:rPr>
              <a:t> The most likely scenario is prolonged but contained tension: crude remains high without an extreme spike, while refined products face further upside. Lower US exports would tighten Atlantic and Asian markets. The resulting energy-price pressure would slow disinflation and keep upward pressure on interest rates.</a:t>
            </a:r>
          </a:p>
        </p:txBody>
      </p:sp>
      <p:pic>
        <p:nvPicPr>
          <p:cNvPr id="12" name="Brent Chart"/>
          <p:cNvPicPr>
            <a:picLocks xmlns:a="http://schemas.openxmlformats.org/drawingml/2006/main" noChangeAspect="1"/>
          </p:cNvPicPr>
          <p:nvPr/>
        </p:nvPicPr>
        <p:blipFill>
          <a:blip xmlns:r="http://schemas.openxmlformats.org/officeDocument/2006/relationships" xmlns:a="http://schemas.openxmlformats.org/drawingml/2006/main" r:embed="R49aa80a7f0d1424e"/>
          <a:stretch xmlns:a="http://schemas.openxmlformats.org/drawingml/2006/main"/>
        </p:blipFill>
        <p:spPr>
          <a:xfrm xmlns:a="http://schemas.openxmlformats.org/drawingml/2006/main">
            <a:off x="7142262" y="1809750"/>
            <a:ext cx="4241602" cy="2143125"/>
          </a:xfrm>
          <a:prstGeom xmlns:a="http://schemas.openxmlformats.org/drawingml/2006/main" prst="rect">
            <a:avLst/>
          </a:prstGeom>
        </p:spPr>
      </p:pic>
      <p:pic>
        <p:nvPicPr>
          <p:cNvPr id="13" name="Oil Product Crack Spreads"/>
          <p:cNvPicPr>
            <a:picLocks xmlns:a="http://schemas.openxmlformats.org/drawingml/2006/main" noChangeAspect="1"/>
          </p:cNvPicPr>
          <p:nvPr/>
        </p:nvPicPr>
        <p:blipFill>
          <a:blip xmlns:r="http://schemas.openxmlformats.org/officeDocument/2006/relationships" xmlns:a="http://schemas.openxmlformats.org/drawingml/2006/main" r:embed="R55b843e3885b462c"/>
          <a:stretch xmlns:a="http://schemas.openxmlformats.org/drawingml/2006/main"/>
        </p:blipFill>
        <p:spPr>
          <a:xfrm xmlns:a="http://schemas.openxmlformats.org/drawingml/2006/main">
            <a:off x="6715125" y="4002957"/>
            <a:ext cx="2324100" cy="2319186"/>
          </a:xfrm>
          <a:prstGeom xmlns:a="http://schemas.openxmlformats.org/drawingml/2006/main" prst="rect">
            <a:avLst/>
          </a:prstGeom>
        </p:spPr>
      </p:pic>
      <p:pic>
        <p:nvPicPr>
          <p:cNvPr id="14" name="US Distillate Stocks"/>
          <p:cNvPicPr>
            <a:picLocks xmlns:a="http://schemas.openxmlformats.org/drawingml/2006/main" noChangeAspect="1"/>
          </p:cNvPicPr>
          <p:nvPr/>
        </p:nvPicPr>
        <p:blipFill>
          <a:blip xmlns:r="http://schemas.openxmlformats.org/officeDocument/2006/relationships" xmlns:a="http://schemas.openxmlformats.org/drawingml/2006/main" r:embed="R0aa694c7316c4a22"/>
          <a:stretch xmlns:a="http://schemas.openxmlformats.org/drawingml/2006/main"/>
        </p:blipFill>
        <p:spPr>
          <a:xfrm xmlns:a="http://schemas.openxmlformats.org/drawingml/2006/main">
            <a:off x="9448800" y="4000500"/>
            <a:ext cx="2324100" cy="2324100"/>
          </a:xfrm>
          <a:prstGeom xmlns:a="http://schemas.openxmlformats.org/drawingml/2006/main" prst="rect">
            <a:avLst/>
          </a:prstGeom>
        </p:spPr>
      </p:pic>
      <p:sp>
        <p:nvSpPr>
          <p:cNvPr id="7" name="Product Charts Sources">
            <a:extLst xmlns:a="http://schemas.openxmlformats.org/drawingml/2006/main">
              <a:ext uri="{FF2B5EF4-FFF2-40B4-BE49-F238E27FC236}">
                <a16:creationId xmlns:a16="http://schemas.microsoft.com/office/drawing/2014/main" id="{17AF88D1-D9B1-410F-8698-7E4708F93104}"/>
              </a:ext>
            </a:extLst>
          </p:cNvPr>
          <p:cNvSpPr>
            <a:spLocks xmlns:a="http://schemas.openxmlformats.org/drawingml/2006/main" noGrp="1"/>
          </p:cNvSpPr>
          <p:nvPr/>
        </p:nvSpPr>
        <p:spPr>
          <a:xfrm xmlns:a="http://schemas.openxmlformats.org/drawingml/2006/main">
            <a:off x="6715125" y="6324600"/>
            <a:ext cx="47625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65" i="1">
                <a:solidFill>
                  <a:srgbClr val="667786"/>
                </a:solidFill>
                <a:latin typeface="Arial"/>
                <a:ea typeface="Arial"/>
                <a:cs typeface="Arial"/>
              </a:defRPr>
            </a:pPr>
            <a:r>
              <a:rPr sz="465" i="1">
                <a:solidFill>
                  <a:srgbClr val="667786"/>
                </a:solidFill>
                <a:latin typeface="Arial"/>
                <a:ea typeface="Arial"/>
                <a:cs typeface="Arial"/>
              </a:rPr>
              <a:t>Sources: EGM Economic Research; U.S. EIA.</a:t>
            </a:r>
          </a:p>
        </p:txBody>
      </p:sp>
      <p:sp>
        <p:nvSpPr>
          <p:cNvPr id="8" name="Official Slide Number">
            <a:extLst xmlns:a="http://schemas.openxmlformats.org/drawingml/2006/main">
              <a:ext uri="{FF2B5EF4-FFF2-40B4-BE49-F238E27FC236}">
                <a16:creationId xmlns:a16="http://schemas.microsoft.com/office/drawing/2014/main" id="{7EED5787-0F40-4982-A3BD-AD1EC9673BDC}"/>
              </a:ext>
            </a:extLst>
          </p:cNvPr>
          <p:cNvSpPr>
            <a:spLocks xmlns:a="http://schemas.openxmlformats.org/drawingml/2006/main" noGrp="1"/>
          </p:cNvSpPr>
          <p:nvPr/>
        </p:nvSpPr>
        <p:spPr>
          <a:xfrm xmlns:a="http://schemas.openxmlformats.org/drawingml/2006/main">
            <a:off x="11658600" y="6400800"/>
            <a:ext cx="3143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45720" rIns="0" bIns="45720" anchor="ctr">
            <a:noAutofit/>
          </a:bodyPr>
          <a:lstStyle xmlns:a="http://schemas.openxmlformats.org/drawingml/2006/main"/>
          <a:p xmlns:a="http://schemas.openxmlformats.org/drawingml/2006/main">
            <a:pPr algn="l">
              <a:defRPr sz="800">
                <a:solidFill>
                  <a:srgbClr val="17255F"/>
                </a:solidFill>
                <a:latin typeface="Arial"/>
                <a:ea typeface="Arial"/>
                <a:cs typeface="Arial"/>
              </a:defRPr>
            </a:pPr>
            <a:r>
              <a:rPr sz="800">
                <a:solidFill>
                  <a:srgbClr val="17255F"/>
                </a:solidFill>
                <a:latin typeface="Arial"/>
                <a:ea typeface="Arial"/>
                <a:cs typeface="Arial"/>
              </a:rPr>
              <a:t>15</a:t>
            </a:r>
          </a:p>
        </p:txBody>
      </p:sp>
    </p:spTree>
    <p:extLst>
      <p:ext uri="{BB962C8B-B14F-4D97-AF65-F5344CB8AC3E}">
        <p14:creationId xmlns:p14="http://schemas.microsoft.com/office/powerpoint/2010/main" val="1460325797"/>
      </p:ext>
    </p:extLst>
  </p:cSld>
</p:sld>
</file>

<file path=ppt/theme/theme1.xml><?xml version="1.0" encoding="utf-8"?>
<a:theme xmlns:a="http://schemas.openxmlformats.org/drawingml/2006/main" name="Thème Office">
  <a:themeElements>
    <a:clrScheme name="Personnalisé 8">
      <a:dk1>
        <a:sysClr val="windowText" lastClr="000000"/>
      </a:dk1>
      <a:lt1>
        <a:sysClr val="window" lastClr="FFFFFF"/>
      </a:lt1>
      <a:dk2>
        <a:srgbClr val="17255F"/>
      </a:dk2>
      <a:lt2>
        <a:srgbClr val="E7E6E6"/>
      </a:lt2>
      <a:accent1>
        <a:srgbClr val="17255F"/>
      </a:accent1>
      <a:accent2>
        <a:srgbClr val="00AAFF"/>
      </a:accent2>
      <a:accent3>
        <a:srgbClr val="00817D"/>
      </a:accent3>
      <a:accent4>
        <a:srgbClr val="6C4796"/>
      </a:accent4>
      <a:accent5>
        <a:srgbClr val="E94287"/>
      </a:accent5>
      <a:accent6>
        <a:srgbClr val="EB5D40"/>
      </a:accent6>
      <a:hlink>
        <a:srgbClr val="003C56"/>
      </a:hlink>
      <a:folHlink>
        <a:srgbClr val="003C56"/>
      </a:folHlink>
    </a:clrScheme>
    <a:fontScheme name="Personnalisé 2">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5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2026-09-02T08:51:18.1600000Z</dcterms:created>
  <dcterms:modified xsi:type="dcterms:W3CDTF">2026-09-02T08:51:18.1600000Z</dcterms:modified>
</coreProperties>
</file>