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svg" ContentType="image/svg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d27dfc769e44ff" /><Relationship Type="http://schemas.openxmlformats.org/officeDocument/2006/relationships/extended-properties" Target="/docProps/app.xml" Id="R54d39376e17746e8" /><Relationship Type="http://schemas.openxmlformats.org/officeDocument/2006/relationships/officeDocument" Target="/ppt/presentation.xml" Id="Rd47cd8eaef9c435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f61986be4394e47"/>
    <p:sldMasterId xmlns:r="http://schemas.openxmlformats.org/officeDocument/2006/relationships" id="2147483676" r:id="R1c14ae4fe52e4f42"/>
    <p:sldMasterId xmlns:r="http://schemas.openxmlformats.org/officeDocument/2006/relationships" id="2147483679" r:id="Rf2ba5863b11a4dfc"/>
    <p:sldMasterId xmlns:r="http://schemas.openxmlformats.org/officeDocument/2006/relationships" id="2147483683" r:id="Rd16cecd98e644fa8"/>
  </p:sldMasterIdLst>
  <p:sldIdLst>
    <p:sldId xmlns:r="http://schemas.openxmlformats.org/officeDocument/2006/relationships" id="256" r:id="R13fbdd7ea0d7455e"/>
  </p:sldIdLst>
  <p:sldSz cx="12192000" cy="6858000"/>
  <p:notesSz cx="6858000" cy="9144000"/>
  <p:embeddedFontLst>
    <p:embeddedFont>
      <p:font typeface="Aptos Narrow"/>
      <p:regular xmlns:r="http://schemas.openxmlformats.org/officeDocument/2006/relationships" r:id="R2b8d1b5dc82a4997"/>
      <p:bold xmlns:r="http://schemas.openxmlformats.org/officeDocument/2006/relationships" r:id="Rcf91c3c4dc0749a1"/>
      <p:italic xmlns:r="http://schemas.openxmlformats.org/officeDocument/2006/relationships" r:id="Rce7f387737ea471b"/>
      <p:boldItalic xmlns:r="http://schemas.openxmlformats.org/officeDocument/2006/relationships" r:id="Rd7c7e4bd54a44b6c"/>
    </p:embeddedFont>
    <p:embeddedFont>
      <p:font typeface="Arial Black"/>
      <p:bold xmlns:r="http://schemas.openxmlformats.org/officeDocument/2006/relationships" r:id="R41a5535caebe4cf1"/>
    </p:embeddedFont>
  </p:embeddedFontLst>
</p:presentation>
</file>

<file path=ppt/authors.xml><?xml version="1.0" encoding="utf-8"?>
<p188:authorLst xmlns:p188="http://schemas.microsoft.com/office/powerpoint/2018/8/main">
  <p188:author id="{2F9B9749-2370-122A-C760-EF2605188A47}" name="GASNIER Olivier (ENGIE Global Markets SAS)" initials="GO(GMS" userId="S::ZQ1187@engie.com::290a366b-d8c0-498a-9afa-75489041f526" providerId="AD"/>
  <p188:author id="{8F19DC5F-E021-4ACB-60B0-779CBE16AAB3}" name="VILLANUEVA Teresa (ENGIE Belgium)" initials="TV" userId="S::KF6149@engie.com::624ee341-e4c0-4fb9-88eb-e62c82efcdf9" providerId="AD"/>
  <p188:author id="{B799DB85-A09E-012E-08A9-80C7039399CE}" name="YVON Thibault (ENGIE Italy)" initials="TY" userId="S::NQ5386@engie.com::39f30b86-9c25-4efa-8aee-574c13cdab43" providerId="AD"/>
  <p188:author id="{8E57D787-0811-7194-2FD1-AC1905295A20}" name="DA RIN Charlyne (ENGIE Global Markets SAS)" initials="DS" userId="S::fl6607@engie.com::9e1debeb-fd19-4c0d-bf25-5799f79732d6" providerId="AD"/>
  <p188:author id="{EE7511A1-9A27-87D9-2BAB-E202F928AD66}" name="Inès Bousalem" initials="IB" userId="Inès Bousalem" providerId="None"/>
  <p188:author id="{675E07E2-913A-4230-E9FA-BCB88C248085}" name="ALTVATER Savannah (ENGIE Belgium)" userId="S::NF6721@engie.com::50c8e98b-5951-4d11-92eb-94ab979c77eb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539a6d3f1b4891" /><Relationship Type="http://schemas.openxmlformats.org/officeDocument/2006/relationships/slideMaster" Target="/ppt/slideMasters/slideMaster1.xml" Id="R6f61986be4394e47" /><Relationship Type="http://schemas.openxmlformats.org/officeDocument/2006/relationships/slideMaster" Target="/ppt/slideMasters/slideMaster2.xml" Id="R1c14ae4fe52e4f42" /><Relationship Type="http://schemas.openxmlformats.org/officeDocument/2006/relationships/slideMaster" Target="/ppt/slideMasters/slideMaster3.xml" Id="Rf2ba5863b11a4dfc" /><Relationship Type="http://schemas.openxmlformats.org/officeDocument/2006/relationships/slideMaster" Target="/ppt/slideMasters/slideMaster4.xml" Id="Rd16cecd98e644fa8" /><Relationship Type="http://schemas.openxmlformats.org/officeDocument/2006/relationships/presProps" Target="/ppt/presProps.xml" Id="Rbf160377253d4c1f" /><Relationship Type="http://schemas.openxmlformats.org/officeDocument/2006/relationships/viewProps" Target="/ppt/viewProps.xml" Id="Rf616808b27ca47ba" /><Relationship Type="http://schemas.openxmlformats.org/officeDocument/2006/relationships/tableStyles" Target="/ppt/tableStyles.xml" Id="R75075e310e214739" /><Relationship Type="http://schemas.openxmlformats.org/officeDocument/2006/relationships/font" Target="/ppt/fonts/font.dat" Id="R2b8d1b5dc82a4997" /><Relationship Type="http://schemas.openxmlformats.org/officeDocument/2006/relationships/font" Target="/ppt/fonts/font2.dat" Id="Rcf91c3c4dc0749a1" /><Relationship Type="http://schemas.openxmlformats.org/officeDocument/2006/relationships/font" Target="/ppt/fonts/font3.dat" Id="Rce7f387737ea471b" /><Relationship Type="http://schemas.openxmlformats.org/officeDocument/2006/relationships/font" Target="/ppt/fonts/font4.dat" Id="Rd7c7e4bd54a44b6c" /><Relationship Type="http://schemas.openxmlformats.org/officeDocument/2006/relationships/font" Target="/ppt/fonts/font5.dat" Id="R41a5535caebe4cf1" /><Relationship Type="http://schemas.microsoft.com/office/2018/10/relationships/authors" Target="/ppt/authors.xml" Id="Rf18eb28259204fd6" /><Relationship Type="http://schemas.openxmlformats.org/officeDocument/2006/relationships/slide" Target="/ppt/slides/slide1.xml" Id="R13fbdd7ea0d7455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3c3448f964e6e" /><Relationship Type="http://schemas.openxmlformats.org/officeDocument/2006/relationships/image" Target="/ppt/media/image2.jpeg" Id="R8a0ebd2dac4048e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f46f9583a4406" /><Relationship Type="http://schemas.openxmlformats.org/officeDocument/2006/relationships/image" Target="/ppt/media/image2.png" Id="Rcd4d07bc657d43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11e7ba81548ea" /><Relationship Type="http://schemas.openxmlformats.org/officeDocument/2006/relationships/image" Target="/ppt/media/image3.png" Id="Rd389ce61eb4743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7e01dd16584879" /><Relationship Type="http://schemas.openxmlformats.org/officeDocument/2006/relationships/image" Target="/ppt/media/image4.png" Id="Re9a812873f27411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dafbfae00d4526" /><Relationship Type="http://schemas.openxmlformats.org/officeDocument/2006/relationships/image" Target="/ppt/media/image2.png" Id="R5ea49e28ae9849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70b3cd1b7a432a" /><Relationship Type="http://schemas.openxmlformats.org/officeDocument/2006/relationships/image" Target="/ppt/media/image2.png" Id="R0cfd5fd8730f43e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0f08c2f3714ca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605abd81a74e7a" /><Relationship Type="http://schemas.openxmlformats.org/officeDocument/2006/relationships/image" Target="/ppt/media/image4.png" Id="Rd6d783f617c4496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330d6d37d4adf" /><Relationship Type="http://schemas.openxmlformats.org/officeDocument/2006/relationships/image" Target="/ppt/media/image4.png" Id="R3d24780ba3c74ab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6bb7cf3294427" /><Relationship Type="http://schemas.openxmlformats.org/officeDocument/2006/relationships/image" Target="/ppt/media/image4.png" Id="R9da66cdb7bb54d8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672bd03d14344" /><Relationship Type="http://schemas.openxmlformats.org/officeDocument/2006/relationships/image" Target="/ppt/media/image4.png" Id="R5b6670841783419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4e2591204f4c60" /><Relationship Type="http://schemas.openxmlformats.org/officeDocument/2006/relationships/image" Target="/ppt/media/image4.png" Id="Rfdc2aef1b47642b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7bac09af844db8" /><Relationship Type="http://schemas.openxmlformats.org/officeDocument/2006/relationships/image" Target="/ppt/media/image4.png" Id="R3b540640afd348c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e13bf04b6e400c" /><Relationship Type="http://schemas.openxmlformats.org/officeDocument/2006/relationships/image" Target="/ppt/media/image4.png" Id="Ra0b7ebb429b34ac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c3c94b0fd44866" /><Relationship Type="http://schemas.openxmlformats.org/officeDocument/2006/relationships/image" Target="/ppt/media/image4.png" Id="R20e4046ca8b942c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b69026fb948f9" /><Relationship Type="http://schemas.openxmlformats.org/officeDocument/2006/relationships/image" Target="/ppt/media/image4.png" Id="Rff6375e99cf44862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755119a8945ed" /><Relationship Type="http://schemas.openxmlformats.org/officeDocument/2006/relationships/image" Target="/ppt/media/image4.png" Id="Rbd24e3433ee4469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f38a96a44f4a0b" /><Relationship Type="http://schemas.openxmlformats.org/officeDocument/2006/relationships/image" Target="/ppt/media/image4.png" Id="Rc27047780f2a404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3e169cca354439" /><Relationship Type="http://schemas.openxmlformats.org/officeDocument/2006/relationships/image" Target="/ppt/media/image4.png" Id="R831fecbdf9a3426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91364f482d4668" /><Relationship Type="http://schemas.openxmlformats.org/officeDocument/2006/relationships/image" Target="/ppt/media/image4.png" Id="R3ae84dd23a3649e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5fae4fdad649f0" /><Relationship Type="http://schemas.openxmlformats.org/officeDocument/2006/relationships/image" Target="/ppt/media/image4.png" Id="R69aa80e87dca4f7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acffa47b894c8d" /><Relationship Type="http://schemas.openxmlformats.org/officeDocument/2006/relationships/image" Target="/ppt/media/image4.png" Id="R24efc59d15ae4ec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fe12597a504a5c" /><Relationship Type="http://schemas.openxmlformats.org/officeDocument/2006/relationships/image" Target="/ppt/media/image4.png" Id="Rdda866985bd64e69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a032c5f25043d6" /><Relationship Type="http://schemas.openxmlformats.org/officeDocument/2006/relationships/image" Target="/ppt/media/image5.png" Id="Rd45caef951bf466a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ad064c211245c6" /><Relationship Type="http://schemas.openxmlformats.org/officeDocument/2006/relationships/image" Target="/ppt/media/image5.png" Id="R62fe42d37b0044f4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b7634834ee4eb2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ab6194ed04aa2" /><Relationship Type="http://schemas.openxmlformats.org/officeDocument/2006/relationships/image" Target="/ppt/media/image4.png" Id="R85650d8f8116470d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dfa99d0c834866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5daad1c0584e5f" /><Relationship Type="http://schemas.openxmlformats.org/officeDocument/2006/relationships/image" Target="/ppt/media/image3.jpeg" Id="R10c3ed79eac04d0f" /><Relationship Type="http://schemas.openxmlformats.org/officeDocument/2006/relationships/image" Target="/ppt/media/image4.jpeg" Id="R8063bb12fb734c6e" /><Relationship Type="http://schemas.openxmlformats.org/officeDocument/2006/relationships/image" Target="/ppt/media/image.svg" Id="Ra8d22ffdb0ed4315" /><Relationship Type="http://schemas.openxmlformats.org/officeDocument/2006/relationships/image" Target="/ppt/media/image.jpeg" Id="R2a3dba3b9fc94d82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ebfee6ee46b4551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d5d1a14659048ee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117ec535aa84d81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6d3c8a522f134b76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e4dc64fa78844efb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135154cb2e7e4479" /></Relationships>
</file>

<file path=ppt/slideLayouts/slideLayout1.xml><?xml version="1.0" encoding="utf-8"?>
<p:sldLayout xmlns:p="http://schemas.openxmlformats.org/presentationml/2006/main" showMasterSp="0" preserve="1" userDrawn="1">
  <p:cSld name="Cover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icture Placeholder 24">
            <a:extLst xmlns:a="http://schemas.openxmlformats.org/drawingml/2006/main">
              <a:ext uri="{FF2B5EF4-FFF2-40B4-BE49-F238E27FC236}">
                <a16:creationId xmlns:a16="http://schemas.microsoft.com/office/drawing/2014/main" id="{F0D41BE8-8A43-9C59-2B61-FF9816B8896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-1"/>
            <a:ext cx="12191999" cy="5660019"/>
          </a:xfrm>
          <a:custGeom xmlns:a="http://schemas.openxmlformats.org/drawingml/2006/main">
            <a:gdLst>
              <a:gd name="connsiteX0" fmla="*/ 0 w 12191999"/>
              <a:gd name="connsiteY0" fmla="*/ 0 h 5660019"/>
              <a:gd name="connsiteX1" fmla="*/ 12191999 w 12191999"/>
              <a:gd name="connsiteY1" fmla="*/ 0 h 5660019"/>
              <a:gd name="connsiteX2" fmla="*/ 12191999 w 12191999"/>
              <a:gd name="connsiteY2" fmla="*/ 5660019 h 5660019"/>
              <a:gd name="connsiteX3" fmla="*/ 9157061 w 12191999"/>
              <a:gd name="connsiteY3" fmla="*/ 5660019 h 5660019"/>
              <a:gd name="connsiteX4" fmla="*/ 9157061 w 12191999"/>
              <a:gd name="connsiteY4" fmla="*/ 5535909 h 5660019"/>
              <a:gd name="connsiteX5" fmla="*/ 9157061 w 12191999"/>
              <a:gd name="connsiteY5" fmla="*/ 5531453 h 5660019"/>
              <a:gd name="connsiteX6" fmla="*/ 0 w 12191999"/>
              <a:gd name="connsiteY6" fmla="*/ 5531453 h 5660019"/>
            </a:gdLst>
            <a:rect l="l" t="t" r="r" b="b"/>
            <a:pathLst>
              <a:path w="12191999" h="5660019">
                <a:moveTo>
                  <a:pt x="0" y="0"/>
                </a:moveTo>
                <a:lnTo>
                  <a:pt x="12191999" y="0"/>
                </a:lnTo>
                <a:lnTo>
                  <a:pt x="12191999" y="5660019"/>
                </a:lnTo>
                <a:lnTo>
                  <a:pt x="9157061" y="5660019"/>
                </a:lnTo>
                <a:lnTo>
                  <a:pt x="9157061" y="5535909"/>
                </a:lnTo>
                <a:lnTo>
                  <a:pt x="9157061" y="5531453"/>
                </a:lnTo>
                <a:lnTo>
                  <a:pt x="0" y="5531453"/>
                </a:ln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endParaRPr/>
          </a:p>
        </p:txBody>
      </p:sp>
      <p:pic>
        <p:nvPicPr>
          <p:cNvPr id="48" name="Espace réservé pour une image  7" hidden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ebd2dac4048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"/>
            <a:ext cx="12192000" cy="5830252"/>
          </a:xfrm>
          <a:prstGeom xmlns:a="http://schemas.openxmlformats.org/drawingml/2006/main" prst="rect">
            <a:avLst/>
          </a:prstGeom>
        </p:spPr>
      </p:pic>
      <p:sp>
        <p:nvSpPr>
          <p:cNvPr id="35" name="Connecteur droit 34">
            <a:extLst xmlns:a="http://schemas.openxmlformats.org/drawingml/2006/main">
              <a:ext uri="{FF2B5EF4-FFF2-40B4-BE49-F238E27FC236}">
                <a16:creationId xmlns:a16="http://schemas.microsoft.com/office/drawing/2014/main" id="{8292E827-DDB4-467D-9A67-03FAA58E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959" y="6006997"/>
            <a:ext cx="0" cy="19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Connecteur droit 35">
            <a:extLst xmlns:a="http://schemas.openxmlformats.org/drawingml/2006/main">
              <a:ext uri="{FF2B5EF4-FFF2-40B4-BE49-F238E27FC236}">
                <a16:creationId xmlns:a16="http://schemas.microsoft.com/office/drawing/2014/main" id="{886920DD-B5DF-4337-A9CD-0713CB53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34" y="6006997"/>
            <a:ext cx="0" cy="19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Ellipse 37">
            <a:extLst xmlns:a="http://schemas.openxmlformats.org/drawingml/2006/main">
              <a:ext uri="{FF2B5EF4-FFF2-40B4-BE49-F238E27FC236}">
                <a16:creationId xmlns:a16="http://schemas.microsoft.com/office/drawing/2014/main" id="{588BB6D7-0E86-5ACA-93FE-CB7AFCFE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0055" y="6293057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Ellipse 38">
            <a:extLst xmlns:a="http://schemas.openxmlformats.org/drawingml/2006/main">
              <a:ext uri="{FF2B5EF4-FFF2-40B4-BE49-F238E27FC236}">
                <a16:creationId xmlns:a16="http://schemas.microsoft.com/office/drawing/2014/main" id="{3A3C3475-2D7E-112B-83AF-72D6F16A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770" y="6395772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Ellipse 40">
            <a:extLst xmlns:a="http://schemas.openxmlformats.org/drawingml/2006/main">
              <a:ext uri="{FF2B5EF4-FFF2-40B4-BE49-F238E27FC236}">
                <a16:creationId xmlns:a16="http://schemas.microsoft.com/office/drawing/2014/main" id="{38F4442A-8287-7C7B-B30F-A03D059E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4037" y="6293055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Ellipse 41">
            <a:extLst xmlns:a="http://schemas.openxmlformats.org/drawingml/2006/main">
              <a:ext uri="{FF2B5EF4-FFF2-40B4-BE49-F238E27FC236}">
                <a16:creationId xmlns:a16="http://schemas.microsoft.com/office/drawing/2014/main" id="{C6C873A7-7F3F-70B1-D540-88404256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6752" y="6395770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Ellipse 43">
            <a:extLst xmlns:a="http://schemas.openxmlformats.org/drawingml/2006/main">
              <a:ext uri="{FF2B5EF4-FFF2-40B4-BE49-F238E27FC236}">
                <a16:creationId xmlns:a16="http://schemas.microsoft.com/office/drawing/2014/main" id="{AECC0020-9BB9-ECA0-93C4-4719328D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7818" y="6293053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Ellipse 44">
            <a:extLst xmlns:a="http://schemas.openxmlformats.org/drawingml/2006/main">
              <a:ext uri="{FF2B5EF4-FFF2-40B4-BE49-F238E27FC236}">
                <a16:creationId xmlns:a16="http://schemas.microsoft.com/office/drawing/2014/main" id="{720C0EA6-D328-3972-2E96-146BC3A24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0533" y="6395768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Espace réservé du texte 11">
            <a:extLst xmlns:a="http://schemas.openxmlformats.org/drawingml/2006/main">
              <a:ext uri="{FF2B5EF4-FFF2-40B4-BE49-F238E27FC236}">
                <a16:creationId xmlns:a16="http://schemas.microsoft.com/office/drawing/2014/main" id="{09AE5483-5762-2994-1BB7-81D1D80C9C91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6343457" y="3662926"/>
            <a:ext cx="4853116" cy="400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9BA9BE4-F401-A855-74CD-A96F9CC4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31452"/>
            <a:ext cx="9157061" cy="257138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Espace réservé du titre 1">
            <a:extLst xmlns:a="http://schemas.openxmlformats.org/drawingml/2006/main">
              <a:ext uri="{FF2B5EF4-FFF2-40B4-BE49-F238E27FC236}">
                <a16:creationId xmlns:a16="http://schemas.microsoft.com/office/drawing/2014/main" id="{B1E9F394-917A-2DA6-48CB-7B4D1A5666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142" y="1544576"/>
            <a:ext cx="8348552" cy="8617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sp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5000" cap="all"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1" name="ZoneTexte 28">
            <a:extLst xmlns:a="http://schemas.openxmlformats.org/drawingml/2006/main">
              <a:ext uri="{FF2B5EF4-FFF2-40B4-BE49-F238E27FC236}">
                <a16:creationId xmlns:a16="http://schemas.microsoft.com/office/drawing/2014/main" id="{9B6BF4F4-740E-656B-68B5-CE72ED71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869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RESTRICTED</a:t>
            </a:r>
          </a:p>
        </p:txBody>
      </p:sp>
      <p:sp>
        <p:nvSpPr>
          <p:cNvPr id="22" name="ZoneTexte 31">
            <a:extLst xmlns:a="http://schemas.openxmlformats.org/drawingml/2006/main">
              <a:ext uri="{FF2B5EF4-FFF2-40B4-BE49-F238E27FC236}">
                <a16:creationId xmlns:a16="http://schemas.microsoft.com/office/drawing/2014/main" id="{7C77742A-0B49-83C3-8972-E7AA4780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465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24" name="ZoneTexte 32">
            <a:extLst xmlns:a="http://schemas.openxmlformats.org/drawingml/2006/main">
              <a:ext uri="{FF2B5EF4-FFF2-40B4-BE49-F238E27FC236}">
                <a16:creationId xmlns:a16="http://schemas.microsoft.com/office/drawing/2014/main" id="{40EECBC5-6BEC-5321-B97A-4354367D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246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SECRET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showMasterSp="0" preserve="1" userDrawn="1">
  <p:cSld name="Cover 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F8971B3-5B54-4B17-AF0B-B39EAED9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56600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Espace réservé du titre 1">
            <a:extLst xmlns:a="http://schemas.openxmlformats.org/drawingml/2006/main">
              <a:ext uri="{FF2B5EF4-FFF2-40B4-BE49-F238E27FC236}">
                <a16:creationId xmlns:a16="http://schemas.microsoft.com/office/drawing/2014/main" id="{10F3B108-3CE1-4D6F-AAD5-4C0888A12E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142" y="1544576"/>
            <a:ext cx="8348552" cy="8617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sp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5000" cap="all"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2" name="Espace réservé du texte 11">
            <a:extLst xmlns:a="http://schemas.openxmlformats.org/drawingml/2006/main">
              <a:ext uri="{FF2B5EF4-FFF2-40B4-BE49-F238E27FC236}">
                <a16:creationId xmlns:a16="http://schemas.microsoft.com/office/drawing/2014/main" id="{C22D1CAE-0A4C-4C51-B6EA-813008533A0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6343457" y="3662926"/>
            <a:ext cx="4853116" cy="400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49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4d07bc657d43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6510" y="4485146"/>
            <a:ext cx="1438980" cy="5178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Connecteur droit 33">
            <a:extLst xmlns:a="http://schemas.openxmlformats.org/drawingml/2006/main">
              <a:ext uri="{FF2B5EF4-FFF2-40B4-BE49-F238E27FC236}">
                <a16:creationId xmlns:a16="http://schemas.microsoft.com/office/drawing/2014/main" id="{0E0156B4-261B-4B0F-9F2D-AD5F4508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959" y="6006997"/>
            <a:ext cx="0" cy="19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Connecteur droit 34">
            <a:extLst xmlns:a="http://schemas.openxmlformats.org/drawingml/2006/main">
              <a:ext uri="{FF2B5EF4-FFF2-40B4-BE49-F238E27FC236}">
                <a16:creationId xmlns:a16="http://schemas.microsoft.com/office/drawing/2014/main" id="{1A9D78C1-0B32-4A38-BFE5-C51D09FE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34" y="6006997"/>
            <a:ext cx="0" cy="19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Ellipse 36">
            <a:extLst xmlns:a="http://schemas.openxmlformats.org/drawingml/2006/main">
              <a:ext uri="{FF2B5EF4-FFF2-40B4-BE49-F238E27FC236}">
                <a16:creationId xmlns:a16="http://schemas.microsoft.com/office/drawing/2014/main" id="{50B6BD00-EB15-221C-AFA1-907A217D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0055" y="6293057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Ellipse 37">
            <a:extLst xmlns:a="http://schemas.openxmlformats.org/drawingml/2006/main">
              <a:ext uri="{FF2B5EF4-FFF2-40B4-BE49-F238E27FC236}">
                <a16:creationId xmlns:a16="http://schemas.microsoft.com/office/drawing/2014/main" id="{1D84F425-2964-E403-FFDC-DB6252D4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770" y="6395772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Ellipse 39">
            <a:extLst xmlns:a="http://schemas.openxmlformats.org/drawingml/2006/main">
              <a:ext uri="{FF2B5EF4-FFF2-40B4-BE49-F238E27FC236}">
                <a16:creationId xmlns:a16="http://schemas.microsoft.com/office/drawing/2014/main" id="{0F328D85-17B8-23AC-57BF-07B83F84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4037" y="6293055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Ellipse 40">
            <a:extLst xmlns:a="http://schemas.openxmlformats.org/drawingml/2006/main">
              <a:ext uri="{FF2B5EF4-FFF2-40B4-BE49-F238E27FC236}">
                <a16:creationId xmlns:a16="http://schemas.microsoft.com/office/drawing/2014/main" id="{6863684F-9A4F-6A0B-4DB9-722D721E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6752" y="6395770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Ellipse 42">
            <a:extLst xmlns:a="http://schemas.openxmlformats.org/drawingml/2006/main">
              <a:ext uri="{FF2B5EF4-FFF2-40B4-BE49-F238E27FC236}">
                <a16:creationId xmlns:a16="http://schemas.microsoft.com/office/drawing/2014/main" id="{3B5BF83B-8851-0994-2E3A-97DE2710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7818" y="6293053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Ellipse 43">
            <a:extLst xmlns:a="http://schemas.openxmlformats.org/drawingml/2006/main">
              <a:ext uri="{FF2B5EF4-FFF2-40B4-BE49-F238E27FC236}">
                <a16:creationId xmlns:a16="http://schemas.microsoft.com/office/drawing/2014/main" id="{6AEB11C5-1EA9-C204-19A3-5B0F090D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0533" y="6395768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D43D9F7-B93C-5B67-3426-974C1049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31452"/>
            <a:ext cx="9157061" cy="257138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ZoneTexte 28">
            <a:extLst xmlns:a="http://schemas.openxmlformats.org/drawingml/2006/main">
              <a:ext uri="{FF2B5EF4-FFF2-40B4-BE49-F238E27FC236}">
                <a16:creationId xmlns:a16="http://schemas.microsoft.com/office/drawing/2014/main" id="{40E55F93-2D14-EFD4-AD91-87207A8C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869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RESTRICTED</a:t>
            </a:r>
          </a:p>
        </p:txBody>
      </p:sp>
      <p:sp>
        <p:nvSpPr>
          <p:cNvPr id="22" name="ZoneTexte 31">
            <a:extLst xmlns:a="http://schemas.openxmlformats.org/drawingml/2006/main">
              <a:ext uri="{FF2B5EF4-FFF2-40B4-BE49-F238E27FC236}">
                <a16:creationId xmlns:a16="http://schemas.microsoft.com/office/drawing/2014/main" id="{B52F513B-CFD3-625B-A24B-90584921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465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23" name="ZoneTexte 32">
            <a:extLst xmlns:a="http://schemas.openxmlformats.org/drawingml/2006/main">
              <a:ext uri="{FF2B5EF4-FFF2-40B4-BE49-F238E27FC236}">
                <a16:creationId xmlns:a16="http://schemas.microsoft.com/office/drawing/2014/main" id="{4EC9C390-9181-10D0-ABDD-522E67AE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246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SECRET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showMasterSp="0" preserve="1" userDrawn="1">
  <p:cSld name="Cover 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291196B-2C2A-3A77-85AA-715BE9E8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2000" cy="56600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Espace réservé du titre 1">
            <a:extLst xmlns:a="http://schemas.openxmlformats.org/drawingml/2006/main">
              <a:ext uri="{FF2B5EF4-FFF2-40B4-BE49-F238E27FC236}">
                <a16:creationId xmlns:a16="http://schemas.microsoft.com/office/drawing/2014/main" id="{10F3B108-3CE1-4D6F-AAD5-4C0888A12E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142" y="1544576"/>
            <a:ext cx="8348552" cy="8617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 anchor="ctr">
            <a:sp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5000" cap="all" baseline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9" name="ZoneTexte 18">
            <a:extLst xmlns:a="http://schemas.openxmlformats.org/drawingml/2006/main">
              <a:ext uri="{FF2B5EF4-FFF2-40B4-BE49-F238E27FC236}">
                <a16:creationId xmlns:a16="http://schemas.microsoft.com/office/drawing/2014/main" id="{AB374B0D-C9F6-4FBD-BFE1-D7D86673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869" y="5951759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INTERNE</a:t>
            </a:r>
          </a:p>
        </p:txBody>
      </p:sp>
      <p:sp>
        <p:nvSpPr>
          <p:cNvPr id="20" name="ZoneTexte 19">
            <a:extLst xmlns:a="http://schemas.openxmlformats.org/drawingml/2006/main">
              <a:ext uri="{FF2B5EF4-FFF2-40B4-BE49-F238E27FC236}">
                <a16:creationId xmlns:a16="http://schemas.microsoft.com/office/drawing/2014/main" id="{1DFE7E40-6887-4FFB-9910-3A9BF895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465" y="5951759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RESTREINT</a:t>
            </a:r>
          </a:p>
        </p:txBody>
      </p:sp>
      <p:sp>
        <p:nvSpPr>
          <p:cNvPr id="21" name="ZoneTexte 20">
            <a:extLst xmlns:a="http://schemas.openxmlformats.org/drawingml/2006/main">
              <a:ext uri="{FF2B5EF4-FFF2-40B4-BE49-F238E27FC236}">
                <a16:creationId xmlns:a16="http://schemas.microsoft.com/office/drawing/2014/main" id="{755942F4-54B6-4A3F-8E32-4B7DAD30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246" y="5951759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SECRET</a:t>
            </a:r>
          </a:p>
        </p:txBody>
      </p:sp>
      <p:sp>
        <p:nvSpPr>
          <p:cNvPr id="22" name="Connecteur droit 21">
            <a:extLst xmlns:a="http://schemas.openxmlformats.org/drawingml/2006/main">
              <a:ext uri="{FF2B5EF4-FFF2-40B4-BE49-F238E27FC236}">
                <a16:creationId xmlns:a16="http://schemas.microsoft.com/office/drawing/2014/main" id="{1A17FC59-9108-4F90-8C94-6DB52CC4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959" y="5946709"/>
            <a:ext cx="0" cy="19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Connecteur droit 22">
            <a:extLst xmlns:a="http://schemas.openxmlformats.org/drawingml/2006/main">
              <a:ext uri="{FF2B5EF4-FFF2-40B4-BE49-F238E27FC236}">
                <a16:creationId xmlns:a16="http://schemas.microsoft.com/office/drawing/2014/main" id="{1294F4A7-44D7-4802-A3B1-C49A5E94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34" y="5946709"/>
            <a:ext cx="0" cy="19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Connecteur droit 36">
            <a:extLst xmlns:a="http://schemas.openxmlformats.org/drawingml/2006/main">
              <a:ext uri="{FF2B5EF4-FFF2-40B4-BE49-F238E27FC236}">
                <a16:creationId xmlns:a16="http://schemas.microsoft.com/office/drawing/2014/main" id="{A25E8835-E72A-4B75-9D92-F6D71400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959" y="6006997"/>
            <a:ext cx="0" cy="19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Connecteur droit 37">
            <a:extLst xmlns:a="http://schemas.openxmlformats.org/drawingml/2006/main">
              <a:ext uri="{FF2B5EF4-FFF2-40B4-BE49-F238E27FC236}">
                <a16:creationId xmlns:a16="http://schemas.microsoft.com/office/drawing/2014/main" id="{1475F3F3-09E0-4B46-AE77-EA6E27D6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34" y="6006997"/>
            <a:ext cx="0" cy="19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Ellipse 39">
            <a:extLst xmlns:a="http://schemas.openxmlformats.org/drawingml/2006/main">
              <a:ext uri="{FF2B5EF4-FFF2-40B4-BE49-F238E27FC236}">
                <a16:creationId xmlns:a16="http://schemas.microsoft.com/office/drawing/2014/main" id="{6CC51495-9AE5-134A-52E6-8BEFE96A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0055" y="6293057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Ellipse 40">
            <a:extLst xmlns:a="http://schemas.openxmlformats.org/drawingml/2006/main">
              <a:ext uri="{FF2B5EF4-FFF2-40B4-BE49-F238E27FC236}">
                <a16:creationId xmlns:a16="http://schemas.microsoft.com/office/drawing/2014/main" id="{BE45E799-CEC8-26E0-E50C-25B7F6B6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770" y="6395772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Ellipse 42">
            <a:extLst xmlns:a="http://schemas.openxmlformats.org/drawingml/2006/main">
              <a:ext uri="{FF2B5EF4-FFF2-40B4-BE49-F238E27FC236}">
                <a16:creationId xmlns:a16="http://schemas.microsoft.com/office/drawing/2014/main" id="{741455FF-5313-FFD0-43F9-F824FEB8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4037" y="6293055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Ellipse 43">
            <a:extLst xmlns:a="http://schemas.openxmlformats.org/drawingml/2006/main">
              <a:ext uri="{FF2B5EF4-FFF2-40B4-BE49-F238E27FC236}">
                <a16:creationId xmlns:a16="http://schemas.microsoft.com/office/drawing/2014/main" id="{6A34C543-543A-E4B6-2544-E4B8030F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6752" y="6395770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Ellipse 45">
            <a:extLst xmlns:a="http://schemas.openxmlformats.org/drawingml/2006/main">
              <a:ext uri="{FF2B5EF4-FFF2-40B4-BE49-F238E27FC236}">
                <a16:creationId xmlns:a16="http://schemas.microsoft.com/office/drawing/2014/main" id="{8D73EBB9-9466-AB89-5A4D-CE026330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7818" y="6293053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Ellipse 46">
            <a:extLst xmlns:a="http://schemas.openxmlformats.org/drawingml/2006/main">
              <a:ext uri="{FF2B5EF4-FFF2-40B4-BE49-F238E27FC236}">
                <a16:creationId xmlns:a16="http://schemas.microsoft.com/office/drawing/2014/main" id="{3E4BCE90-A7D9-8314-C47D-DF3555EE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0533" y="6395768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1AC14A87-EE06-1F42-568C-B59F7048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31452"/>
            <a:ext cx="9157061" cy="257138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5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9ce61eb4743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6510" y="4485146"/>
            <a:ext cx="1438980" cy="5178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" name="ZoneTexte 28">
            <a:extLst xmlns:a="http://schemas.openxmlformats.org/drawingml/2006/main">
              <a:ext uri="{FF2B5EF4-FFF2-40B4-BE49-F238E27FC236}">
                <a16:creationId xmlns:a16="http://schemas.microsoft.com/office/drawing/2014/main" id="{D6BB8381-8ECB-70B5-1F9D-9BEF9AE1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869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RESTRICTED</a:t>
            </a:r>
          </a:p>
        </p:txBody>
      </p:sp>
      <p:sp>
        <p:nvSpPr>
          <p:cNvPr id="28" name="ZoneTexte 31">
            <a:extLst xmlns:a="http://schemas.openxmlformats.org/drawingml/2006/main">
              <a:ext uri="{FF2B5EF4-FFF2-40B4-BE49-F238E27FC236}">
                <a16:creationId xmlns:a16="http://schemas.microsoft.com/office/drawing/2014/main" id="{FA2B74C9-CBCE-1907-8E3A-0AF4EA8D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465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32" name="ZoneTexte 32">
            <a:extLst xmlns:a="http://schemas.openxmlformats.org/drawingml/2006/main">
              <a:ext uri="{FF2B5EF4-FFF2-40B4-BE49-F238E27FC236}">
                <a16:creationId xmlns:a16="http://schemas.microsoft.com/office/drawing/2014/main" id="{98A7D84C-0AAF-215C-7081-F5CBA17E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246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SECRET</a:t>
            </a:r>
          </a:p>
        </p:txBody>
      </p:sp>
      <p:sp>
        <p:nvSpPr>
          <p:cNvPr id="26" name="Espace réservé du texte 11">
            <a:extLst xmlns:a="http://schemas.openxmlformats.org/drawingml/2006/main">
              <a:ext uri="{FF2B5EF4-FFF2-40B4-BE49-F238E27FC236}">
                <a16:creationId xmlns:a16="http://schemas.microsoft.com/office/drawing/2014/main" id="{AC7DBAEB-5019-B3E8-666A-8362470008E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6343457" y="3662926"/>
            <a:ext cx="4853116" cy="400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spAutoFit/>
          </a:bodyPr>
          <a:lstStyle xmlns:a="http://schemas.openxmlformats.org/drawingml/2006/main">
            <a:lvl1pPr marL="0" indent="0" algn="r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a812873f2741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DA7049E5-56AF-4B3B-A97F-3699A1A0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90167"/>
            <a:ext cx="4633913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24CACEE7-33A0-4B90-BD78-372E43E5128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869129" y="1974557"/>
            <a:ext cx="800219" cy="646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00</a:t>
            </a:r>
          </a:p>
        </p:txBody>
      </p:sp>
      <p:sp>
        <p:nvSpPr>
          <p:cNvPr id="14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1DD0599C-1921-47BA-9B44-F0954A4F9B7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239722" y="2249067"/>
            <a:ext cx="2592377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information complémentaire</a:t>
            </a:r>
          </a:p>
        </p:txBody>
      </p:sp>
      <p:sp>
        <p:nvSpPr>
          <p:cNvPr id="15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615A44B0-6E89-4733-91D2-0945757FEB1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993520" y="2043809"/>
            <a:ext cx="1838580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b"/>
          <a:lstStyle xmlns:a="http://schemas.openxmlformats.org/drawingml/2006/main"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6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7693AF9D-365D-45DE-A221-58D1EE4E146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869129" y="2879950"/>
            <a:ext cx="800219" cy="646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00</a:t>
            </a:r>
          </a:p>
        </p:txBody>
      </p:sp>
      <p:sp>
        <p:nvSpPr>
          <p:cNvPr id="17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364D430B-463E-4695-95DE-028D23FA5B6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239722" y="3154460"/>
            <a:ext cx="2592377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information complémentaire</a:t>
            </a:r>
          </a:p>
        </p:txBody>
      </p:sp>
      <p:sp>
        <p:nvSpPr>
          <p:cNvPr id="18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C1125814-0E7E-4FC6-964D-D66E5FCE5702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993520" y="2949202"/>
            <a:ext cx="1838580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b"/>
          <a:lstStyle xmlns:a="http://schemas.openxmlformats.org/drawingml/2006/main"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19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0A04B0AE-6C8D-43D9-9DA1-6AEA3EFE1747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869129" y="3807489"/>
            <a:ext cx="800219" cy="646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00</a:t>
            </a:r>
          </a:p>
        </p:txBody>
      </p:sp>
      <p:sp>
        <p:nvSpPr>
          <p:cNvPr id="20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34E38AAA-2D02-491E-BA59-59DDA7C30081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4239722" y="4081999"/>
            <a:ext cx="2592377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information complémentaire</a:t>
            </a:r>
          </a:p>
        </p:txBody>
      </p:sp>
      <p:sp>
        <p:nvSpPr>
          <p:cNvPr id="21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90BEB854-DBA8-4CF6-9783-FE19C6575767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993520" y="3876741"/>
            <a:ext cx="1838580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b"/>
          <a:lstStyle xmlns:a="http://schemas.openxmlformats.org/drawingml/2006/main"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2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BA3EE6DE-1BA8-43A7-ADD1-29CD4F21CC7A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869129" y="4714023"/>
            <a:ext cx="800219" cy="646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00</a:t>
            </a:r>
          </a:p>
        </p:txBody>
      </p:sp>
      <p:sp>
        <p:nvSpPr>
          <p:cNvPr id="23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1CA142FE-3D9B-44AB-A8F3-187CFAFAD6B5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4239722" y="4988533"/>
            <a:ext cx="2592377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information complémentaire</a:t>
            </a:r>
          </a:p>
        </p:txBody>
      </p:sp>
      <p:sp>
        <p:nvSpPr>
          <p:cNvPr id="24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184BCBA6-CDDC-4134-AEF3-B9CB61956477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993520" y="4783275"/>
            <a:ext cx="1838580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b"/>
          <a:lstStyle xmlns:a="http://schemas.openxmlformats.org/drawingml/2006/main"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5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64728F90-9961-40D7-ADE3-000E176AFFC5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10527538" y="1974557"/>
            <a:ext cx="800219" cy="646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00</a:t>
            </a:r>
          </a:p>
        </p:txBody>
      </p:sp>
      <p:sp>
        <p:nvSpPr>
          <p:cNvPr id="26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61F66FFE-67C9-4B56-8324-EF6BDFE32E4B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7898131" y="2249067"/>
            <a:ext cx="2592377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information complémentaire</a:t>
            </a:r>
          </a:p>
        </p:txBody>
      </p:sp>
      <p:sp>
        <p:nvSpPr>
          <p:cNvPr id="27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770BEFA4-581A-4759-8605-C6AF6C4085AC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8651929" y="2043809"/>
            <a:ext cx="1838580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b"/>
          <a:lstStyle xmlns:a="http://schemas.openxmlformats.org/drawingml/2006/main"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28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0DC42330-EAE2-49DE-BF3A-315F8F226555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10527538" y="2879950"/>
            <a:ext cx="800219" cy="646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00</a:t>
            </a:r>
          </a:p>
        </p:txBody>
      </p:sp>
      <p:sp>
        <p:nvSpPr>
          <p:cNvPr id="29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88D570F5-9141-4173-B1A7-2A1E8ABCE4F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7898131" y="3154460"/>
            <a:ext cx="2592377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information complémentaire</a:t>
            </a:r>
          </a:p>
        </p:txBody>
      </p:sp>
      <p:sp>
        <p:nvSpPr>
          <p:cNvPr id="30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5EB5C6CD-1AB5-462B-8ECE-62054284C491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8651929" y="2949202"/>
            <a:ext cx="1838580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b"/>
          <a:lstStyle xmlns:a="http://schemas.openxmlformats.org/drawingml/2006/main"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31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814B6700-A687-4F5F-879A-807CA2B3B2EC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10527538" y="3807489"/>
            <a:ext cx="800219" cy="646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00</a:t>
            </a:r>
          </a:p>
        </p:txBody>
      </p:sp>
      <p:sp>
        <p:nvSpPr>
          <p:cNvPr id="32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027CC24C-CBD9-47AF-B3FC-B05FD537C7F3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7898131" y="4081999"/>
            <a:ext cx="2592377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information complémentaire</a:t>
            </a:r>
          </a:p>
        </p:txBody>
      </p:sp>
      <p:sp>
        <p:nvSpPr>
          <p:cNvPr id="33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1E06401C-90FC-474B-955D-3DA7848F08F4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8651929" y="3876741"/>
            <a:ext cx="1838580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b"/>
          <a:lstStyle xmlns:a="http://schemas.openxmlformats.org/drawingml/2006/main"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34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93FB19A3-E5D8-4E8E-A06D-80CA1D7683D9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10527538" y="4714023"/>
            <a:ext cx="800219" cy="646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l">
              <a:buNone/>
              <a:defRPr sz="36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00</a:t>
            </a:r>
          </a:p>
        </p:txBody>
      </p:sp>
      <p:sp>
        <p:nvSpPr>
          <p:cNvPr id="35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47585CE7-6316-4828-B3DF-CB274927576F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7898131" y="4988533"/>
            <a:ext cx="2592377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/>
          <a:lstStyle xmlns:a="http://schemas.openxmlformats.org/drawingml/2006/main">
            <a:lvl1pPr marL="0" indent="0" algn="r">
              <a:buNone/>
              <a:defRPr sz="1400" b="1">
                <a:solidFill>
                  <a:schemeClr val="accent2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information complémentaire</a:t>
            </a:r>
          </a:p>
        </p:txBody>
      </p:sp>
      <p:sp>
        <p:nvSpPr>
          <p:cNvPr id="36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BB399784-B415-4005-889F-EEEC498D6E30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8651929" y="4783275"/>
            <a:ext cx="1838580" cy="3077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b"/>
          <a:lstStyle xmlns:a="http://schemas.openxmlformats.org/drawingml/2006/main">
            <a:lvl1pPr marL="0" indent="0" algn="r">
              <a:buNone/>
              <a:defRPr sz="1400">
                <a:solidFill>
                  <a:schemeClr val="tx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Titre du chapitre</a:t>
            </a:r>
          </a:p>
        </p:txBody>
      </p:sp>
      <p:sp>
        <p:nvSpPr>
          <p:cNvPr id="42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B78B2641-6475-4BDF-A0CD-80087E12D4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43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B728A726-E9B6-4A23-9D33-8DEF4EB8EEB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8" name="Title 1">
            <a:extLst xmlns:a="http://schemas.openxmlformats.org/drawingml/2006/main">
              <a:ext uri="{FF2B5EF4-FFF2-40B4-BE49-F238E27FC236}">
                <a16:creationId xmlns:a16="http://schemas.microsoft.com/office/drawing/2014/main" id="{279688E9-79BF-4A24-6D97-49FD7BAB4C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62" y="265293"/>
            <a:ext cx="11334750" cy="457818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95000"/>
              </a:lnSpc>
              <a:buNone/>
              <a:defRPr sz="2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showMasterSp="0" preserve="1" userDrawn="1">
  <p:cSld name="Section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3E9CB0F-FE28-476B-99CE-E98B8227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887" y="375138"/>
            <a:ext cx="11822113" cy="239861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/>
          </a:solidFill>
          <a:ln xmlns:a="http://schemas.openxmlformats.org/drawingml/2006/main" w="1905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+mj-lt"/>
              <a:ea typeface="+mj-lt"/>
              <a:cs typeface="+mj-lt"/>
            </a:endParaR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0535367-D0EC-44EC-837B-EED656EC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50072"/>
            <a:ext cx="3048001" cy="447357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itre 17">
            <a:extLst xmlns:a="http://schemas.openxmlformats.org/drawingml/2006/main">
              <a:ext uri="{FF2B5EF4-FFF2-40B4-BE49-F238E27FC236}">
                <a16:creationId xmlns:a16="http://schemas.microsoft.com/office/drawing/2014/main" id="{79E9E6B7-3D3C-D34F-B8D9-529F5742E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55869" y="3146051"/>
            <a:ext cx="7375541" cy="646331"/>
          </a:xfrm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>
            <a:lvl1pPr algn="r">
              <a:buNone/>
              <a:defRPr sz="3600" b="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32" name="Espace réservé du texte 19">
            <a:extLst xmlns:a="http://schemas.openxmlformats.org/drawingml/2006/main">
              <a:ext uri="{FF2B5EF4-FFF2-40B4-BE49-F238E27FC236}">
                <a16:creationId xmlns:a16="http://schemas.microsoft.com/office/drawing/2014/main" id="{F4C3FFD8-AC3F-2B41-8663-BE489030FF0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6592673" y="3936876"/>
            <a:ext cx="5138737" cy="400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r">
              <a:buNone/>
              <a:defRPr sz="20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Imag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49e28ae9849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6510" y="4858863"/>
            <a:ext cx="1438980" cy="5178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4" name="Connecteur droit 33">
            <a:extLst xmlns:a="http://schemas.openxmlformats.org/drawingml/2006/main">
              <a:ext uri="{FF2B5EF4-FFF2-40B4-BE49-F238E27FC236}">
                <a16:creationId xmlns:a16="http://schemas.microsoft.com/office/drawing/2014/main" id="{9E21EC49-48AC-44BB-8BC3-1DB34D95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959" y="6006997"/>
            <a:ext cx="0" cy="19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Connecteur droit 34">
            <a:extLst xmlns:a="http://schemas.openxmlformats.org/drawingml/2006/main">
              <a:ext uri="{FF2B5EF4-FFF2-40B4-BE49-F238E27FC236}">
                <a16:creationId xmlns:a16="http://schemas.microsoft.com/office/drawing/2014/main" id="{D475CEF7-2CBC-4671-8521-09DA3B0A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34" y="6006997"/>
            <a:ext cx="0" cy="19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Ellipse 36">
            <a:extLst xmlns:a="http://schemas.openxmlformats.org/drawingml/2006/main">
              <a:ext uri="{FF2B5EF4-FFF2-40B4-BE49-F238E27FC236}">
                <a16:creationId xmlns:a16="http://schemas.microsoft.com/office/drawing/2014/main" id="{E954AB03-5503-3B44-895E-933216A5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0055" y="6293057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Ellipse 37">
            <a:extLst xmlns:a="http://schemas.openxmlformats.org/drawingml/2006/main">
              <a:ext uri="{FF2B5EF4-FFF2-40B4-BE49-F238E27FC236}">
                <a16:creationId xmlns:a16="http://schemas.microsoft.com/office/drawing/2014/main" id="{298575F0-BC01-E2E1-97E1-76C5F684F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770" y="6395772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Ellipse 39">
            <a:extLst xmlns:a="http://schemas.openxmlformats.org/drawingml/2006/main">
              <a:ext uri="{FF2B5EF4-FFF2-40B4-BE49-F238E27FC236}">
                <a16:creationId xmlns:a16="http://schemas.microsoft.com/office/drawing/2014/main" id="{2B57D558-4AA8-8485-16E8-A646AEA2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4037" y="6293055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Ellipse 40">
            <a:extLst xmlns:a="http://schemas.openxmlformats.org/drawingml/2006/main">
              <a:ext uri="{FF2B5EF4-FFF2-40B4-BE49-F238E27FC236}">
                <a16:creationId xmlns:a16="http://schemas.microsoft.com/office/drawing/2014/main" id="{19959674-2363-A1E8-69B3-A3B368D1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6752" y="6395770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Ellipse 42">
            <a:extLst xmlns:a="http://schemas.openxmlformats.org/drawingml/2006/main">
              <a:ext uri="{FF2B5EF4-FFF2-40B4-BE49-F238E27FC236}">
                <a16:creationId xmlns:a16="http://schemas.microsoft.com/office/drawing/2014/main" id="{0D0BDAE4-0C76-9960-F00F-4DDEB9D0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7818" y="6293053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Ellipse 43">
            <a:extLst xmlns:a="http://schemas.openxmlformats.org/drawingml/2006/main">
              <a:ext uri="{FF2B5EF4-FFF2-40B4-BE49-F238E27FC236}">
                <a16:creationId xmlns:a16="http://schemas.microsoft.com/office/drawing/2014/main" id="{924AA522-C6AE-B706-58CC-C4595C48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0533" y="6395768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ZoneTexte 28">
            <a:extLst xmlns:a="http://schemas.openxmlformats.org/drawingml/2006/main">
              <a:ext uri="{FF2B5EF4-FFF2-40B4-BE49-F238E27FC236}">
                <a16:creationId xmlns:a16="http://schemas.microsoft.com/office/drawing/2014/main" id="{CC2FA09A-2074-FE3C-DF4C-80C84CBC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869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RESTRICTED</a:t>
            </a:r>
          </a:p>
        </p:txBody>
      </p:sp>
      <p:sp>
        <p:nvSpPr>
          <p:cNvPr id="22" name="ZoneTexte 31">
            <a:extLst xmlns:a="http://schemas.openxmlformats.org/drawingml/2006/main">
              <a:ext uri="{FF2B5EF4-FFF2-40B4-BE49-F238E27FC236}">
                <a16:creationId xmlns:a16="http://schemas.microsoft.com/office/drawing/2014/main" id="{4D9C6B23-0BDC-75DF-DA37-8BA296DB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465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23" name="ZoneTexte 32">
            <a:extLst xmlns:a="http://schemas.openxmlformats.org/drawingml/2006/main">
              <a:ext uri="{FF2B5EF4-FFF2-40B4-BE49-F238E27FC236}">
                <a16:creationId xmlns:a16="http://schemas.microsoft.com/office/drawing/2014/main" id="{3E2D81FB-703F-2607-48E8-B1473A91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246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SECRET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0" preserve="1" userDrawn="1">
  <p:cSld name="Section 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icture Placeholder 21">
            <a:extLst xmlns:a="http://schemas.openxmlformats.org/drawingml/2006/main">
              <a:ext uri="{FF2B5EF4-FFF2-40B4-BE49-F238E27FC236}">
                <a16:creationId xmlns:a16="http://schemas.microsoft.com/office/drawing/2014/main" id="{A74CF265-7DCC-E39B-6872-649E10D3F87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369888" y="367166"/>
            <a:ext cx="11822112" cy="2398612"/>
          </a:xfrm>
          <a:custGeom xmlns:a="http://schemas.openxmlformats.org/drawingml/2006/main">
            <a:gdLst>
              <a:gd name="connsiteX0" fmla="*/ 0 w 11822112"/>
              <a:gd name="connsiteY0" fmla="*/ 0 h 2398612"/>
              <a:gd name="connsiteX1" fmla="*/ 11822112 w 11822112"/>
              <a:gd name="connsiteY1" fmla="*/ 0 h 2398612"/>
              <a:gd name="connsiteX2" fmla="*/ 11822112 w 11822112"/>
              <a:gd name="connsiteY2" fmla="*/ 2398612 h 2398612"/>
              <a:gd name="connsiteX3" fmla="*/ 2678113 w 11822112"/>
              <a:gd name="connsiteY3" fmla="*/ 2398612 h 2398612"/>
              <a:gd name="connsiteX4" fmla="*/ 2678113 w 11822112"/>
              <a:gd name="connsiteY4" fmla="*/ 2182906 h 2398612"/>
              <a:gd name="connsiteX5" fmla="*/ 0 w 11822112"/>
              <a:gd name="connsiteY5" fmla="*/ 2182906 h 2398612"/>
            </a:gdLst>
            <a:rect l="l" t="t" r="r" b="b"/>
            <a:pathLst>
              <a:path w="11822112" h="2398612">
                <a:moveTo>
                  <a:pt x="0" y="0"/>
                </a:moveTo>
                <a:lnTo>
                  <a:pt x="11822112" y="0"/>
                </a:lnTo>
                <a:lnTo>
                  <a:pt x="11822112" y="2398612"/>
                </a:lnTo>
                <a:lnTo>
                  <a:pt x="2678113" y="2398612"/>
                </a:lnTo>
                <a:lnTo>
                  <a:pt x="2678113" y="2182906"/>
                </a:lnTo>
                <a:lnTo>
                  <a:pt x="0" y="2182906"/>
                </a:ln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endParaRPr/>
          </a:p>
        </p:txBody>
      </p:sp>
      <p:pic>
        <p:nvPicPr>
          <p:cNvPr id="45" name="Imag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d5fd8730f43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76510" y="4858863"/>
            <a:ext cx="1438980" cy="5178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" name="Titre 17">
            <a:extLst xmlns:a="http://schemas.openxmlformats.org/drawingml/2006/main">
              <a:ext uri="{FF2B5EF4-FFF2-40B4-BE49-F238E27FC236}">
                <a16:creationId xmlns:a16="http://schemas.microsoft.com/office/drawing/2014/main" id="{98D576CC-5E45-1E46-9178-EBDD1FABDF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55869" y="3146051"/>
            <a:ext cx="7375541" cy="646331"/>
          </a:xfrm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>
            <a:lvl1pPr algn="r">
              <a:buNone/>
              <a:defRPr sz="3600" b="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5" name="Espace réservé du texte 19">
            <a:extLst xmlns:a="http://schemas.openxmlformats.org/drawingml/2006/main">
              <a:ext uri="{FF2B5EF4-FFF2-40B4-BE49-F238E27FC236}">
                <a16:creationId xmlns:a16="http://schemas.microsoft.com/office/drawing/2014/main" id="{A2C65254-120E-E941-8C75-C23177BD76F3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6592673" y="3936876"/>
            <a:ext cx="5138737" cy="400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r">
              <a:buNone/>
              <a:defRPr sz="20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9" name="Connecteur droit 28">
            <a:extLst xmlns:a="http://schemas.openxmlformats.org/drawingml/2006/main">
              <a:ext uri="{FF2B5EF4-FFF2-40B4-BE49-F238E27FC236}">
                <a16:creationId xmlns:a16="http://schemas.microsoft.com/office/drawing/2014/main" id="{4D90B6D6-4231-4440-8D02-DE6E8629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3959" y="6006997"/>
            <a:ext cx="0" cy="19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Connecteur droit 29">
            <a:extLst xmlns:a="http://schemas.openxmlformats.org/drawingml/2006/main">
              <a:ext uri="{FF2B5EF4-FFF2-40B4-BE49-F238E27FC236}">
                <a16:creationId xmlns:a16="http://schemas.microsoft.com/office/drawing/2014/main" id="{B7BED493-2DC5-43B1-B0DE-268679BC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034" y="6006997"/>
            <a:ext cx="0" cy="19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chemeClr val="tx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Ellipse 31">
            <a:extLst xmlns:a="http://schemas.openxmlformats.org/drawingml/2006/main">
              <a:ext uri="{FF2B5EF4-FFF2-40B4-BE49-F238E27FC236}">
                <a16:creationId xmlns:a16="http://schemas.microsoft.com/office/drawing/2014/main" id="{7B75EFE5-7D16-EA58-5381-2960996E4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60055" y="6293057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Ellipse 32">
            <a:extLst xmlns:a="http://schemas.openxmlformats.org/drawingml/2006/main">
              <a:ext uri="{FF2B5EF4-FFF2-40B4-BE49-F238E27FC236}">
                <a16:creationId xmlns:a16="http://schemas.microsoft.com/office/drawing/2014/main" id="{D484F199-3024-799E-609A-E23AD706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762770" y="6395772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Ellipse 34">
            <a:extLst xmlns:a="http://schemas.openxmlformats.org/drawingml/2006/main">
              <a:ext uri="{FF2B5EF4-FFF2-40B4-BE49-F238E27FC236}">
                <a16:creationId xmlns:a16="http://schemas.microsoft.com/office/drawing/2014/main" id="{E6C3EEB6-E842-D0A3-CEB4-0E61AC4E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4037" y="6293055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Ellipse 35">
            <a:extLst xmlns:a="http://schemas.openxmlformats.org/drawingml/2006/main">
              <a:ext uri="{FF2B5EF4-FFF2-40B4-BE49-F238E27FC236}">
                <a16:creationId xmlns:a16="http://schemas.microsoft.com/office/drawing/2014/main" id="{8B54066C-D607-F6EA-AF63-62542051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06752" y="6395770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Ellipse 37">
            <a:extLst xmlns:a="http://schemas.openxmlformats.org/drawingml/2006/main">
              <a:ext uri="{FF2B5EF4-FFF2-40B4-BE49-F238E27FC236}">
                <a16:creationId xmlns:a16="http://schemas.microsoft.com/office/drawing/2014/main" id="{DA63BE74-1625-661C-889E-AA0BF019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67818" y="6293053"/>
            <a:ext cx="419945" cy="41994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Ellipse 38">
            <a:extLst xmlns:a="http://schemas.openxmlformats.org/drawingml/2006/main">
              <a:ext uri="{FF2B5EF4-FFF2-40B4-BE49-F238E27FC236}">
                <a16:creationId xmlns:a16="http://schemas.microsoft.com/office/drawing/2014/main" id="{AF1AEF1E-4004-B638-F909-727D33E6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70533" y="6395768"/>
            <a:ext cx="214513" cy="214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73975D4B-C20A-B1EA-3E64-B6C59200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50072"/>
            <a:ext cx="3048001" cy="447357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ZoneTexte 28">
            <a:extLst xmlns:a="http://schemas.openxmlformats.org/drawingml/2006/main">
              <a:ext uri="{FF2B5EF4-FFF2-40B4-BE49-F238E27FC236}">
                <a16:creationId xmlns:a16="http://schemas.microsoft.com/office/drawing/2014/main" id="{14894F3E-A4C5-ED77-A00C-715753BD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5869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RESTRICTED</a:t>
            </a:r>
          </a:p>
        </p:txBody>
      </p:sp>
      <p:sp>
        <p:nvSpPr>
          <p:cNvPr id="41" name="ZoneTexte 31">
            <a:extLst xmlns:a="http://schemas.openxmlformats.org/drawingml/2006/main">
              <a:ext uri="{FF2B5EF4-FFF2-40B4-BE49-F238E27FC236}">
                <a16:creationId xmlns:a16="http://schemas.microsoft.com/office/drawing/2014/main" id="{E3B0F82E-8828-856A-A90A-E4B3C3F2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4465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INTERNAL</a:t>
            </a:r>
          </a:p>
        </p:txBody>
      </p:sp>
      <p:sp>
        <p:nvSpPr>
          <p:cNvPr id="42" name="ZoneTexte 32">
            <a:extLst xmlns:a="http://schemas.openxmlformats.org/drawingml/2006/main">
              <a:ext uri="{FF2B5EF4-FFF2-40B4-BE49-F238E27FC236}">
                <a16:creationId xmlns:a16="http://schemas.microsoft.com/office/drawing/2014/main" id="{FE413C2A-043D-EF9C-3BE0-D3BDC787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8246" y="6012047"/>
            <a:ext cx="1039091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 spc="0">
                <a:solidFill>
                  <a:schemeClr val="tx2"/>
                </a:solidFill>
                <a:latin typeface="Arial"/>
                <a:ea typeface="Arial"/>
                <a:cs typeface="Arial"/>
              </a:rPr>
              <a:t>SECRET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showMasterSp="0" preserve="1" userDrawn="1">
  <p:cSld name="Section 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FA061EEA-5A93-4C55-98D0-E904AE5B56BC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369888" y="367166"/>
            <a:ext cx="11822112" cy="3061834"/>
          </a:xfrm>
          <a:custGeom xmlns:a="http://schemas.openxmlformats.org/drawingml/2006/main">
            <a:gdLst>
              <a:gd name="connsiteX0" fmla="*/ 0 w 11822112"/>
              <a:gd name="connsiteY0" fmla="*/ 0 h 3061834"/>
              <a:gd name="connsiteX1" fmla="*/ 11822112 w 11822112"/>
              <a:gd name="connsiteY1" fmla="*/ 0 h 3061834"/>
              <a:gd name="connsiteX2" fmla="*/ 11822112 w 11822112"/>
              <a:gd name="connsiteY2" fmla="*/ 3061834 h 3061834"/>
              <a:gd name="connsiteX3" fmla="*/ 2678112 w 11822112"/>
              <a:gd name="connsiteY3" fmla="*/ 3061834 h 3061834"/>
              <a:gd name="connsiteX4" fmla="*/ 2678112 w 11822112"/>
              <a:gd name="connsiteY4" fmla="*/ 2829222 h 3061834"/>
              <a:gd name="connsiteX5" fmla="*/ 0 w 11822112"/>
              <a:gd name="connsiteY5" fmla="*/ 2829222 h 3061834"/>
            </a:gdLst>
            <a:rect l="l" t="t" r="r" b="b"/>
            <a:pathLst>
              <a:path w="11822112" h="3061834">
                <a:moveTo>
                  <a:pt x="0" y="0"/>
                </a:moveTo>
                <a:lnTo>
                  <a:pt x="11822112" y="0"/>
                </a:lnTo>
                <a:lnTo>
                  <a:pt x="11822112" y="3061834"/>
                </a:lnTo>
                <a:lnTo>
                  <a:pt x="2678112" y="3061834"/>
                </a:lnTo>
                <a:lnTo>
                  <a:pt x="2678112" y="2829222"/>
                </a:lnTo>
                <a:lnTo>
                  <a:pt x="0" y="2829222"/>
                </a:ln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27" name="Titre 17">
            <a:extLst xmlns:a="http://schemas.openxmlformats.org/drawingml/2006/main">
              <a:ext uri="{FF2B5EF4-FFF2-40B4-BE49-F238E27FC236}">
                <a16:creationId xmlns:a16="http://schemas.microsoft.com/office/drawing/2014/main" id="{C853C810-4BF9-4B34-A6B4-B185503FF0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68786" y="3749869"/>
            <a:ext cx="5257800" cy="538609"/>
          </a:xfrm>
        </p:spPr>
        <p:txBody>
          <a:bodyPr xmlns:a="http://schemas.openxmlformats.org/drawingml/2006/main" anchor="t">
            <a:spAutoFit/>
          </a:bodyPr>
          <a:lstStyle xmlns:a="http://schemas.openxmlformats.org/drawingml/2006/main">
            <a:lvl1pPr algn="r">
              <a:buNone/>
              <a:defRPr sz="2900" b="1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8" name="Espace réservé du texte 19">
            <a:extLst xmlns:a="http://schemas.openxmlformats.org/drawingml/2006/main">
              <a:ext uri="{FF2B5EF4-FFF2-40B4-BE49-F238E27FC236}">
                <a16:creationId xmlns:a16="http://schemas.microsoft.com/office/drawing/2014/main" id="{7C0D9627-3AE6-41EF-A0D8-14474E747E0F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6187849" y="4714218"/>
            <a:ext cx="5138737" cy="400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 marL="0" indent="0" algn="r">
              <a:buNone/>
              <a:defRPr sz="20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6AEAFEC-1FF9-44DC-B8D9-017A4579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196388"/>
            <a:ext cx="3048001" cy="447357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00BCFD"/>
              </a:gs>
              <a:gs pos="100000">
                <a:srgbClr val="23D2B5"/>
              </a:gs>
            </a:gsLst>
            <a:lin ang="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57AF2F9E-E714-4652-A008-A68480F9E2D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76000" y="2044800"/>
            <a:ext cx="2710800" cy="190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1500" b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00</a:t>
            </a:r>
          </a:p>
        </p:txBody>
      </p:sp>
      <p:sp>
        <p:nvSpPr>
          <p:cNvPr id="7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A4A0CE82-9BA8-FE4B-922F-4307484EA23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0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7087BC61-DD5F-CC48-A9C8-4935BD2536D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0" preserve="1" userDrawn="1">
  <p:cSld name="Content 1 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783f617c449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7CDD7C70-537F-4222-9316-528A2EB7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6392"/>
            <a:ext cx="4633913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BCFCF277-66D0-46F6-B18E-0B37F27CA7D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73112" y="1688399"/>
            <a:ext cx="4930022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180000" indent="-180000">
              <a:buSzPct val="50000"/>
              <a:buFontTx/>
              <a:buNone/>
              <a:defRPr sz="1500" spc="20" baseline="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7021FC4C-3EF8-47A7-B0F9-8C0C9A27AA4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87016" y="4730119"/>
            <a:ext cx="4001632" cy="3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spAutoFit/>
          </a:bodyPr>
          <a:lstStyle xmlns:a="http://schemas.openxmlformats.org/drawingml/2006/main">
            <a:lvl1pPr marL="0" indent="0" algn="r">
              <a:lnSpc>
                <a:spcPct val="110000"/>
              </a:lnSpc>
              <a:buSzPct val="50000"/>
              <a:buFontTx/>
              <a:buNone/>
              <a:defRPr sz="1500" spc="20" baseline="0">
                <a:solidFill>
                  <a:schemeClr val="accent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5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266F0082-75C7-43AB-A93C-FAC93872E23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6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2AE5FA14-EDFA-4E6D-8622-5B6342EADF2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8" y="6397471"/>
            <a:ext cx="3086101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8E2015A8-D1D7-D435-9311-AD713DA8DE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62" y="265293"/>
            <a:ext cx="11334750" cy="457818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95000"/>
              </a:lnSpc>
              <a:buNone/>
              <a:defRPr sz="2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showMasterSp="0" preserve="1" userDrawn="1">
  <p:cSld name="Content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24780ba3c74a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071CD68E-D89D-4D07-BB89-1FAE615F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6392"/>
            <a:ext cx="4633913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BCFCF277-66D0-46F6-B18E-0B37F27CA7D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66824" y="1553797"/>
            <a:ext cx="11563226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700"/>
              </a:spcBef>
              <a:buSzPct val="50000"/>
              <a:buFontTx/>
              <a:buNone/>
              <a:defRPr sz="1500" spc="20" baseline="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0B30989E-BEC2-416F-BC6D-DE1C56CD950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196106" y="3712957"/>
            <a:ext cx="9633943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144000" anchor="ctr"/>
          <a:lstStyle xmlns:a="http://schemas.openxmlformats.org/drawingml/2006/main">
            <a:lvl1pPr marL="0" indent="0" algn="l" defTabSz="914400">
              <a:buNone/>
              <a:defRPr sz="1500" kern="1200" cap="all" baseline="0">
                <a:solidFill>
                  <a:schemeClr val="accent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3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3CE617F6-2273-40C6-8A42-4C55849B035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5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18A11A81-9EC8-45AA-A8C7-E859A9102B5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02E9BE4B-EE61-53BD-CBBC-154396B032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62" y="265293"/>
            <a:ext cx="11334750" cy="457818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95000"/>
              </a:lnSpc>
              <a:buNone/>
              <a:defRPr sz="2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showMasterSp="0" preserve="1" userDrawn="1">
  <p:cSld name="Content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66cdb7bb54d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" name="Picture Placeholder 7">
            <a:extLst xmlns:a="http://schemas.openxmlformats.org/drawingml/2006/main">
              <a:ext uri="{FF2B5EF4-FFF2-40B4-BE49-F238E27FC236}">
                <a16:creationId xmlns:a16="http://schemas.microsoft.com/office/drawing/2014/main" id="{6AD3BD1D-8EBD-D350-812C-2627D2FDD589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357188" y="368300"/>
            <a:ext cx="11834812" cy="3060700"/>
          </a:xfrm>
          <a:custGeom xmlns:a="http://schemas.openxmlformats.org/drawingml/2006/main">
            <a:gdLst>
              <a:gd name="connsiteX0" fmla="*/ 0 w 11834812"/>
              <a:gd name="connsiteY0" fmla="*/ 0 h 3060700"/>
              <a:gd name="connsiteX1" fmla="*/ 11834812 w 11834812"/>
              <a:gd name="connsiteY1" fmla="*/ 0 h 3060700"/>
              <a:gd name="connsiteX2" fmla="*/ 11834812 w 11834812"/>
              <a:gd name="connsiteY2" fmla="*/ 3060700 h 3060700"/>
              <a:gd name="connsiteX3" fmla="*/ 6856412 w 11834812"/>
              <a:gd name="connsiteY3" fmla="*/ 3060700 h 3060700"/>
              <a:gd name="connsiteX4" fmla="*/ 6856412 w 11834812"/>
              <a:gd name="connsiteY4" fmla="*/ 2870200 h 3060700"/>
              <a:gd name="connsiteX5" fmla="*/ 6856412 w 11834812"/>
              <a:gd name="connsiteY5" fmla="*/ 2870199 h 3060700"/>
              <a:gd name="connsiteX6" fmla="*/ 0 w 11834812"/>
              <a:gd name="connsiteY6" fmla="*/ 2870199 h 3060700"/>
            </a:gdLst>
            <a:rect l="l" t="t" r="r" b="b"/>
            <a:pathLst>
              <a:path w="11834812" h="3060700">
                <a:moveTo>
                  <a:pt x="0" y="0"/>
                </a:moveTo>
                <a:lnTo>
                  <a:pt x="11834812" y="0"/>
                </a:lnTo>
                <a:lnTo>
                  <a:pt x="11834812" y="3060700"/>
                </a:lnTo>
                <a:lnTo>
                  <a:pt x="6856412" y="3060700"/>
                </a:lnTo>
                <a:lnTo>
                  <a:pt x="6856412" y="2870200"/>
                </a:lnTo>
                <a:lnTo>
                  <a:pt x="6856412" y="2870199"/>
                </a:lnTo>
                <a:lnTo>
                  <a:pt x="0" y="2870199"/>
                </a:ln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461CB26-1F4C-403B-8C56-067BBC000C59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356837" y="3942943"/>
            <a:ext cx="10480034" cy="4770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r">
              <a:buNone/>
              <a:defRPr sz="25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R="0" algn="r">
              <a:buNone/>
            </a:pPr>
            <a:endParaRPr/>
          </a:p>
        </p:txBody>
      </p:sp>
      <p:sp>
        <p:nvSpPr>
          <p:cNvPr id="6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A31A016B-3096-0B43-9964-9C935778DA9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7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0211F416-1714-C945-9D0F-B5E3C62F0B4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CEB8470-3A53-D1FF-B677-C4064338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499"/>
            <a:ext cx="7213600" cy="381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CFD"/>
              </a:gs>
              <a:gs pos="100000">
                <a:srgbClr val="23D2B5"/>
              </a:gs>
            </a:gsLst>
            <a:lin ang="216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showMasterSp="0" preserve="1" userDrawn="1">
  <p:cSld name="Content 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67084178341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C9A24606-8572-4CE8-8213-E081ACA20E8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357188" y="368300"/>
            <a:ext cx="11834812" cy="3060700"/>
          </a:xfrm>
          <a:custGeom xmlns:a="http://schemas.openxmlformats.org/drawingml/2006/main">
            <a:gdLst>
              <a:gd name="connsiteX0" fmla="*/ 0 w 11834812"/>
              <a:gd name="connsiteY0" fmla="*/ 0 h 3060700"/>
              <a:gd name="connsiteX1" fmla="*/ 11834812 w 11834812"/>
              <a:gd name="connsiteY1" fmla="*/ 0 h 3060700"/>
              <a:gd name="connsiteX2" fmla="*/ 11834812 w 11834812"/>
              <a:gd name="connsiteY2" fmla="*/ 3060700 h 3060700"/>
              <a:gd name="connsiteX3" fmla="*/ 6856412 w 11834812"/>
              <a:gd name="connsiteY3" fmla="*/ 3060700 h 3060700"/>
              <a:gd name="connsiteX4" fmla="*/ 6856412 w 11834812"/>
              <a:gd name="connsiteY4" fmla="*/ 2870200 h 3060700"/>
              <a:gd name="connsiteX5" fmla="*/ 0 w 11834812"/>
              <a:gd name="connsiteY5" fmla="*/ 2870200 h 3060700"/>
            </a:gdLst>
            <a:rect l="l" t="t" r="r" b="b"/>
            <a:pathLst>
              <a:path w="11834812" h="3060700">
                <a:moveTo>
                  <a:pt x="0" y="0"/>
                </a:moveTo>
                <a:lnTo>
                  <a:pt x="11834812" y="0"/>
                </a:lnTo>
                <a:lnTo>
                  <a:pt x="11834812" y="3060700"/>
                </a:lnTo>
                <a:lnTo>
                  <a:pt x="6856412" y="3060700"/>
                </a:lnTo>
                <a:lnTo>
                  <a:pt x="6856412" y="2870200"/>
                </a:lnTo>
                <a:lnTo>
                  <a:pt x="0" y="2870200"/>
                </a:ln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767E313-E97A-4581-A277-0D1EF80D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38499"/>
            <a:ext cx="7213600" cy="381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CFD"/>
              </a:gs>
              <a:gs pos="100000">
                <a:srgbClr val="23D2B5"/>
              </a:gs>
            </a:gsLst>
            <a:lin ang="216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461CB26-1F4C-403B-8C56-067BBC000C59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356837" y="3942943"/>
            <a:ext cx="10480034" cy="4770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r">
              <a:buNone/>
              <a:defRPr sz="25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R="0" algn="r">
              <a:buNone/>
            </a:pPr>
            <a:endParaRPr/>
          </a:p>
        </p:txBody>
      </p:sp>
      <p:sp>
        <p:nvSpPr>
          <p:cNvPr id="6" name="TextBox 13">
            <a:extLst xmlns:a="http://schemas.openxmlformats.org/drawingml/2006/main">
              <a:ext uri="{FF2B5EF4-FFF2-40B4-BE49-F238E27FC236}">
                <a16:creationId xmlns:a16="http://schemas.microsoft.com/office/drawing/2014/main" id="{602C87A6-1E60-4D8C-8E9F-F741C11E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849" y="4937839"/>
            <a:ext cx="936751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R="0" algn="l">
              <a:buNone/>
            </a:pPr>
            <a:r>
              <a:rPr sz="8000" b="0" i="0" u="none">
                <a:solidFill>
                  <a:schemeClr val="accent3"/>
                </a:solidFill>
                <a:latin typeface="Arial Black"/>
                <a:ea typeface="Arial Black"/>
                <a:cs typeface="Arial Black"/>
              </a:rPr>
              <a:t>”</a:t>
            </a:r>
          </a:p>
        </p:txBody>
      </p:sp>
      <p:sp>
        <p:nvSpPr>
          <p:cNvPr id="7" name="TextBox 14">
            <a:extLst xmlns:a="http://schemas.openxmlformats.org/drawingml/2006/main">
              <a:ext uri="{FF2B5EF4-FFF2-40B4-BE49-F238E27FC236}">
                <a16:creationId xmlns:a16="http://schemas.microsoft.com/office/drawing/2014/main" id="{6FEFAB1B-F9DD-4AE9-A199-60730915B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549" y="3544550"/>
            <a:ext cx="936751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8000">
                <a:solidFill>
                  <a:schemeClr val="accent3"/>
                </a:solidFill>
                <a:latin typeface="Arial Black"/>
                <a:ea typeface="Arial Black"/>
                <a:cs typeface="Arial Black"/>
              </a:rPr>
              <a:t>“</a:t>
            </a:r>
          </a:p>
        </p:txBody>
      </p:sp>
      <p:sp>
        <p:nvSpPr>
          <p:cNvPr id="8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E49716B1-4B8F-CB4D-9B75-8C70F32DDE4E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208751" y="5790336"/>
            <a:ext cx="2628120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r">
              <a:buNone/>
              <a:defRPr sz="12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9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B58DB9B9-2E60-604D-9861-BD9058E0F02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0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09D9BB07-B0EB-D94F-9DD5-6195B72B116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 preserve="1" userDrawn="1">
  <p:cSld name="Content 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431191-2A02-4730-A0CE-98D132A5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37" y="355600"/>
            <a:ext cx="11835163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19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2aef1b47642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7D3C9B20-CA11-45F1-A045-8D8E4A788DA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3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44922129-C692-4C4A-989F-75782A47D51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TextBox 10">
            <a:extLst xmlns:a="http://schemas.openxmlformats.org/drawingml/2006/main">
              <a:ext uri="{FF2B5EF4-FFF2-40B4-BE49-F238E27FC236}">
                <a16:creationId xmlns:a16="http://schemas.microsoft.com/office/drawing/2014/main" id="{70815F1C-A064-4085-98A8-FB891980F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849" y="3703478"/>
            <a:ext cx="936751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R="0" algn="l">
              <a:buNone/>
            </a:pPr>
            <a:r>
              <a:rPr sz="8000" b="0" i="0" u="none">
                <a:solidFill>
                  <a:schemeClr val="accent1"/>
                </a:solidFill>
                <a:latin typeface="Arial Black"/>
                <a:ea typeface="Arial Black"/>
                <a:cs typeface="Arial Black"/>
              </a:rPr>
              <a:t>”</a:t>
            </a:r>
          </a:p>
        </p:txBody>
      </p:sp>
      <p:sp>
        <p:nvSpPr>
          <p:cNvPr id="9" name="TextBox 11">
            <a:extLst xmlns:a="http://schemas.openxmlformats.org/drawingml/2006/main">
              <a:ext uri="{FF2B5EF4-FFF2-40B4-BE49-F238E27FC236}">
                <a16:creationId xmlns:a16="http://schemas.microsoft.com/office/drawing/2014/main" id="{5F343F63-AD4A-4147-B8AD-D9A5D9A9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549" y="1619323"/>
            <a:ext cx="936751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8000">
                <a:solidFill>
                  <a:schemeClr val="accent1"/>
                </a:solidFill>
                <a:latin typeface="Arial Black"/>
                <a:ea typeface="Arial Black"/>
                <a:cs typeface="Arial Black"/>
              </a:rPr>
              <a:t>“</a:t>
            </a:r>
          </a:p>
        </p:txBody>
      </p:sp>
      <p:sp>
        <p:nvSpPr>
          <p:cNvPr id="16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3DEA8DC9-9621-4A40-87D3-B054CC1D5CE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146470" y="4484786"/>
            <a:ext cx="2628120" cy="2769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1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C26D4EE2-CE2E-9981-8B7F-90CE702D2570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356837" y="2053849"/>
            <a:ext cx="10480034" cy="4770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 sz="25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R="0" algn="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139BE81-6186-7DDD-2EE9-1C0B1ACA7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9043"/>
            <a:ext cx="7213600" cy="381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CFD"/>
              </a:gs>
              <a:gs pos="100000">
                <a:srgbClr val="23D2B5"/>
              </a:gs>
            </a:gsLst>
            <a:lin ang="216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showMasterSp="0" preserve="1" userDrawn="1">
  <p:cSld name="Content 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7431191-2A02-4730-A0CE-98D132A5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37" y="355600"/>
            <a:ext cx="11835163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0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540640afd348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5461CB26-1F4C-403B-8C56-067BBC000C59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356837" y="2053849"/>
            <a:ext cx="10480034" cy="4770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 sz="250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R="0" algn="r">
              <a:buNone/>
            </a:pPr>
            <a:endParaRPr/>
          </a:p>
        </p:txBody>
      </p:sp>
      <p:sp>
        <p:nvSpPr>
          <p:cNvPr id="12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7D3C9B20-CA11-45F1-A045-8D8E4A788DA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3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44922129-C692-4C4A-989F-75782A47D51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A22D519-4894-E9B9-C63A-D182981F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9043"/>
            <a:ext cx="7213600" cy="381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CFD"/>
              </a:gs>
              <a:gs pos="100000">
                <a:srgbClr val="23D2B5"/>
              </a:gs>
            </a:gsLst>
            <a:lin ang="216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0" preserve="1" userDrawn="1">
  <p:cSld name="Content 7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7ebb429b34a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04FEFC74-52F5-494E-AF12-7722B3A4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6392"/>
            <a:ext cx="4633913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E1292B55-64A1-45D8-ACA7-B1C0AFBE9C7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73112" y="1428409"/>
            <a:ext cx="2401508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SzPct val="50000"/>
              <a:buFontTx/>
              <a:buNone/>
              <a:defRPr sz="1500" spc="20" baseline="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5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A5A32622-B564-4BD9-AB2D-57B896830E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6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51A0B12F-415A-47B8-973A-DE7976E0C17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7C48F5C4-3BCF-DBD4-4A17-FA8D6F1ABD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62" y="265293"/>
            <a:ext cx="11334750" cy="457818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95000"/>
              </a:lnSpc>
              <a:buNone/>
              <a:defRPr sz="2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preserve="1" userDrawn="1">
  <p:cSld name="Content 8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4046ca8b942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E2A24BB8-43A4-46DC-BEB7-195D0619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6392"/>
            <a:ext cx="4633913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BCFCF277-66D0-46F6-B18E-0B37F27CA7D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868898" y="1548391"/>
            <a:ext cx="10411720" cy="3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700"/>
              </a:spcBef>
              <a:buSzPct val="50000"/>
              <a:buFontTx/>
              <a:buNone/>
              <a:defRPr sz="1500" spc="20" baseline="0">
                <a:solidFill>
                  <a:schemeClr val="accent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9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D99B2560-5A2F-461D-B47C-6917B8C240DE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76518" y="2926472"/>
            <a:ext cx="5041270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700"/>
              </a:spcBef>
              <a:buSzPct val="50000"/>
              <a:buFontTx/>
              <a:buNone/>
              <a:defRPr sz="1500" spc="50" baseline="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marR="0" algn="l">
              <a:buNone/>
            </a:pPr>
            <a:endParaRPr/>
          </a:p>
        </p:txBody>
      </p:sp>
      <p:sp>
        <p:nvSpPr>
          <p:cNvPr id="11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713EBDC3-786B-4A3D-9938-FAC4F6DAC7F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239346" y="2926472"/>
            <a:ext cx="5041271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180000" indent="-180000">
              <a:spcBef>
                <a:spcPts val="900"/>
              </a:spcBef>
              <a:buSzPct val="50000"/>
              <a:buFontTx/>
              <a:buNone/>
              <a:defRPr sz="1500" spc="20" baseline="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6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86667FA1-2289-422F-8547-DB882B381CC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7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C702A9F7-3E66-4CE5-B42A-A94AD35CB5D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3" name="Title 1">
            <a:extLst xmlns:a="http://schemas.openxmlformats.org/drawingml/2006/main">
              <a:ext uri="{FF2B5EF4-FFF2-40B4-BE49-F238E27FC236}">
                <a16:creationId xmlns:a16="http://schemas.microsoft.com/office/drawing/2014/main" id="{C7C879BD-4D37-AE0F-6AB2-C36DFC19F6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62" y="265293"/>
            <a:ext cx="11334750" cy="457818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95000"/>
              </a:lnSpc>
              <a:buNone/>
              <a:defRPr sz="2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0" preserve="1" userDrawn="1">
  <p:cSld name="Content 9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375e99cf448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DD7ACEAB-07F1-48B3-99E5-42303195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6392"/>
            <a:ext cx="4633913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BCFCF277-66D0-46F6-B18E-0B37F27CA7D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868898" y="1548391"/>
            <a:ext cx="10411720" cy="3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700"/>
              </a:spcBef>
              <a:buSzPct val="50000"/>
              <a:buFontTx/>
              <a:buNone/>
              <a:defRPr sz="1500" spc="20" baseline="0">
                <a:solidFill>
                  <a:schemeClr val="accent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9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D99B2560-5A2F-461D-B47C-6917B8C240DE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68898" y="3107315"/>
            <a:ext cx="10404100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700"/>
              </a:spcBef>
              <a:buSzPct val="50000"/>
              <a:buFontTx/>
              <a:buNone/>
              <a:defRPr sz="1500" spc="50" baseline="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marR="0" algn="l">
              <a:buNone/>
            </a:pPr>
            <a:endParaRPr/>
          </a:p>
        </p:txBody>
      </p:sp>
      <p:sp>
        <p:nvSpPr>
          <p:cNvPr id="11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713EBDC3-786B-4A3D-9938-FAC4F6DAC7F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68898" y="4444990"/>
            <a:ext cx="10404100" cy="10685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180000" indent="-180000">
              <a:spcBef>
                <a:spcPts val="900"/>
              </a:spcBef>
              <a:buSzPct val="50000"/>
              <a:buFontTx/>
              <a:buNone/>
              <a:defRPr sz="1500" spc="20" baseline="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6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2A7483D2-1A51-44AA-99F0-B319C94132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67408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7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9880AD5C-76CE-4D3D-9869-1088134FF8B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844944" y="6397471"/>
            <a:ext cx="2938625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3" name="Title 1">
            <a:extLst xmlns:a="http://schemas.openxmlformats.org/drawingml/2006/main">
              <a:ext uri="{FF2B5EF4-FFF2-40B4-BE49-F238E27FC236}">
                <a16:creationId xmlns:a16="http://schemas.microsoft.com/office/drawing/2014/main" id="{8B165AB2-2D41-41F4-12DD-EEDFC0123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62" y="265293"/>
            <a:ext cx="11334750" cy="457818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95000"/>
              </a:lnSpc>
              <a:buNone/>
              <a:defRPr sz="2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showMasterSp="0" preserve="1" userDrawn="1">
  <p:cSld name="Content 10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4e3433ee446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7C810F6E-24FF-4621-BE46-FB78D175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6392"/>
            <a:ext cx="4633913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771DAF3A-3448-42E1-A54E-69C43468EF3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23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9CBE67CA-84F4-45FA-800F-EBEB6707D7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Title 1">
            <a:extLst xmlns:a="http://schemas.openxmlformats.org/drawingml/2006/main">
              <a:ext uri="{FF2B5EF4-FFF2-40B4-BE49-F238E27FC236}">
                <a16:creationId xmlns:a16="http://schemas.microsoft.com/office/drawing/2014/main" id="{E3A914F7-A980-DC31-95F8-14CC51720A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62" y="265293"/>
            <a:ext cx="11334750" cy="457818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95000"/>
              </a:lnSpc>
              <a:buNone/>
              <a:defRPr sz="2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showMasterSp="0" preserve="1" userDrawn="1">
  <p:cSld name="Content 1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047780f2a40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7E2C10B3-F7FE-4BF9-8300-E022152C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6392"/>
            <a:ext cx="4633913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7021FC4C-3EF8-47A7-B0F9-8C0C9A27AA4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587016" y="4730119"/>
            <a:ext cx="4001632" cy="3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r">
              <a:lnSpc>
                <a:spcPct val="110000"/>
              </a:lnSpc>
              <a:buSzPct val="50000"/>
              <a:buFontTx/>
              <a:buNone/>
              <a:defRPr sz="1500" spc="20" baseline="0">
                <a:solidFill>
                  <a:schemeClr val="accent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1" name="Picture Placeholder 10">
            <a:extLst xmlns:a="http://schemas.openxmlformats.org/drawingml/2006/main">
              <a:ext uri="{FF2B5EF4-FFF2-40B4-BE49-F238E27FC236}">
                <a16:creationId xmlns:a16="http://schemas.microsoft.com/office/drawing/2014/main" id="{391CB0C2-ED75-4C6A-9B96-53BA9700F56F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5257800" y="1778000"/>
            <a:ext cx="6934200" cy="369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16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5D3DCAAA-A93C-40C4-92A4-4429142635A8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73112" y="1688399"/>
            <a:ext cx="4930022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180000" indent="-180000">
              <a:buSzPct val="50000"/>
              <a:buFontTx/>
              <a:buNone/>
              <a:defRPr sz="1500" spc="20" baseline="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5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B7E15896-7CD1-4C20-A6D3-1FEC18104D2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7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34AB3FA3-D038-41F0-9209-BABA17251D0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3" name="Title 1">
            <a:extLst xmlns:a="http://schemas.openxmlformats.org/drawingml/2006/main">
              <a:ext uri="{FF2B5EF4-FFF2-40B4-BE49-F238E27FC236}">
                <a16:creationId xmlns:a16="http://schemas.microsoft.com/office/drawing/2014/main" id="{1061D6AD-9329-A862-B27C-C1F1399EF8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62" y="265293"/>
            <a:ext cx="11334750" cy="457818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95000"/>
              </a:lnSpc>
              <a:buNone/>
              <a:defRPr sz="2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Content 1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1fecbdf9a342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4CCCEAAD-F36A-473A-9C4E-EB3450A9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6392"/>
            <a:ext cx="4633913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A767B2DF-8516-41AD-A2E6-C8966748C170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0" y="1816100"/>
            <a:ext cx="2730500" cy="187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9C7C5EC6-5662-4A54-9A68-1564F6FDFBDA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2788248" y="1816100"/>
            <a:ext cx="2481263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5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4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24B10E49-7964-4120-AA7D-25843D20CF76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0" y="4022241"/>
            <a:ext cx="2730500" cy="19277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15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8F762E47-68E9-45F4-B567-BD27F5D6FEE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788248" y="4053991"/>
            <a:ext cx="2481263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5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7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75F1522C-91C3-4CA1-B66B-1C8E51AAF23C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6032500" y="1816100"/>
            <a:ext cx="2730500" cy="187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1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0F67C9FD-CC5E-44C3-BB14-C145BCB7A23E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8820748" y="1816100"/>
            <a:ext cx="2481263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5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Picture Placeholder 5">
            <a:extLst xmlns:a="http://schemas.openxmlformats.org/drawingml/2006/main">
              <a:ext uri="{FF2B5EF4-FFF2-40B4-BE49-F238E27FC236}">
                <a16:creationId xmlns:a16="http://schemas.microsoft.com/office/drawing/2014/main" id="{5DC954CD-90CF-4FBD-ACB5-F4268BEB5C1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6032500" y="4022241"/>
            <a:ext cx="2730500" cy="19277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2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8E535BC-4EC1-4689-8E98-2DD781473DF3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8820748" y="4053991"/>
            <a:ext cx="2481263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5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2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EA5FEC26-F4C1-4DBB-9452-9B3788CF23C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23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7FB35642-6C22-4A61-BA4A-BCD0D3D8C7F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Title 1">
            <a:extLst xmlns:a="http://schemas.openxmlformats.org/drawingml/2006/main">
              <a:ext uri="{FF2B5EF4-FFF2-40B4-BE49-F238E27FC236}">
                <a16:creationId xmlns:a16="http://schemas.microsoft.com/office/drawing/2014/main" id="{22DE1D89-8EA5-D42D-EA36-E52A58CF33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62" y="265293"/>
            <a:ext cx="11334750" cy="457818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95000"/>
              </a:lnSpc>
              <a:buNone/>
              <a:defRPr sz="2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 userDrawn="1">
  <p:cSld name="Content 1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e84dd23a3649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2506900-91E7-4EE9-AD08-518226FD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6392"/>
            <a:ext cx="4633913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771DAF3A-3448-42E1-A54E-69C43468EF3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23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9CBE67CA-84F4-45FA-800F-EBEB6707D7E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graphicFrame>
        <p:nvGraphicFramePr>
          <p:cNvPr id="36" name="Table 25"/>
          <p:cNvGraphicFramePr/>
          <p:nvPr/>
        </p:nvGraphicFramePr>
        <p:xfrm>
          <a:off xmlns:a="http://schemas.openxmlformats.org/drawingml/2006/main" x="-6350" y="1447344"/>
          <a:ext xmlns:a="http://schemas.openxmlformats.org/drawingml/2006/main" cx="11601512" cy="454690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5371"/>
                <a:gridCol w="4848679"/>
                <a:gridCol w="152400"/>
                <a:gridCol w="5715062"/>
              </a:tblGrid>
              <a:tr h="648766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endParaRPr sz="1500" b="0" cap="all" baseline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sz="100"/>
                    </a:p>
                  </a:txBody>
                  <a:tcPr marL="0" marR="0" marT="0" marB="0">
                    <a:lnL w="6350" cmpd="sng">
                      <a:solidFill>
                        <a:srgbClr val="003F57"/>
                      </a:solidFill>
                      <a:prstDash val="solid"/>
                    </a:lnL>
                    <a:lnR w="6350" cmpd="sng">
                      <a:solidFill>
                        <a:srgbClr val="003F57"/>
                      </a:solidFill>
                      <a:prstDash val="solid"/>
                    </a:lnR>
                    <a:lnT w="6350" cmpd="sng">
                      <a:solidFill>
                        <a:srgbClr val="003F57"/>
                      </a:solidFill>
                      <a:prstDash val="solid"/>
                    </a:lnT>
                    <a:lnB w="6350" cmpd="sng">
                      <a:solidFill>
                        <a:srgbClr val="003F57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003F57"/>
                      </a:solidFill>
                      <a:prstDash val="solid"/>
                    </a:lnL>
                    <a:lnR w="6350" cmpd="sng">
                      <a:solidFill>
                        <a:srgbClr val="003F57"/>
                      </a:solidFill>
                      <a:prstDash val="solid"/>
                    </a:lnR>
                    <a:lnT w="6350" cmpd="sng">
                      <a:solidFill>
                        <a:srgbClr val="003F57"/>
                      </a:solidFill>
                      <a:prstDash val="solid"/>
                    </a:lnT>
                    <a:lnB w="6350" cmpd="sng">
                      <a:solidFill>
                        <a:srgbClr val="003F57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5374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>
                        <a:solidFill>
                          <a:schemeClr val="bg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540000" algn="l" defTabSz="914400">
                        <a:buNone/>
                      </a:pPr>
                      <a:endParaRPr sz="1800" kern="1200">
                        <a:solidFill>
                          <a:schemeClr val="bg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marL="0" marR="0" marT="0" marB="0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40000" algn="l" defTabSz="914400">
                        <a:buNone/>
                      </a:pPr>
                      <a:endParaRPr sz="1800" kern="1200">
                        <a:solidFill>
                          <a:schemeClr val="bg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</a:tr>
              <a:tr h="120726">
                <a:tc>
                  <a:txBody>
                    <a:bodyPr/>
                    <a:lstStyle/>
                    <a:p>
                      <a:endParaRPr sz="100"/>
                    </a:p>
                  </a:txBody>
                  <a:tcPr marL="0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100" b="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0" marB="0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sz="1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2000" algn="l" defTabSz="914400">
                        <a:buNone/>
                      </a:pPr>
                      <a:endParaRPr sz="100" b="0" i="0" u="none" kern="120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0" marB="0"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</a:tr>
              <a:tr h="99699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sz="100" b="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0000" marR="0" marT="0" marB="0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endParaRPr sz="1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612000" algn="l" defTabSz="914400">
                        <a:buNone/>
                      </a:pPr>
                      <a:endParaRPr sz="1800" b="0" i="0" u="none" kern="120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0" marR="0" marT="0" marB="0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</a:tr>
              <a:tr h="684000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500" b="0" kern="1200" cap="all" baseline="0">
                        <a:solidFill>
                          <a:srgbClr val="003F57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sz="100"/>
                    </a:p>
                  </a:txBody>
                  <a:tcPr marL="0" marR="0" marT="0" marB="0">
                    <a:lnL w="6350" cmpd="sng">
                      <a:solidFill>
                        <a:srgbClr val="003F57"/>
                      </a:solidFill>
                      <a:prstDash val="solid"/>
                    </a:lnL>
                    <a:lnR w="6350" cmpd="sng">
                      <a:solidFill>
                        <a:srgbClr val="003F57"/>
                      </a:solidFill>
                      <a:prstDash val="solid"/>
                    </a:lnR>
                    <a:lnT w="6350" cmpd="sng">
                      <a:solidFill>
                        <a:srgbClr val="003F57"/>
                      </a:solidFill>
                      <a:prstDash val="solid"/>
                    </a:lnT>
                    <a:lnB w="6350" cmpd="sng">
                      <a:solidFill>
                        <a:srgbClr val="003F57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solidFill>
                        <a:srgbClr val="003F57"/>
                      </a:solidFill>
                      <a:prstDash val="solid"/>
                    </a:lnL>
                    <a:lnR w="6350" cmpd="sng">
                      <a:solidFill>
                        <a:srgbClr val="003F57"/>
                      </a:solidFill>
                      <a:prstDash val="solid"/>
                    </a:lnR>
                    <a:lnT w="6350" cmpd="sng">
                      <a:solidFill>
                        <a:srgbClr val="003F57"/>
                      </a:solidFill>
                      <a:prstDash val="solid"/>
                    </a:lnT>
                    <a:lnB w="6350" cmpd="sng">
                      <a:solidFill>
                        <a:srgbClr val="003F57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45374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800" kern="1200">
                        <a:solidFill>
                          <a:schemeClr val="bg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1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40000" algn="l" defTabSz="914400">
                        <a:buNone/>
                      </a:pPr>
                      <a:endParaRPr sz="1800" kern="1200">
                        <a:solidFill>
                          <a:schemeClr val="bg1"/>
                        </a:solidFill>
                        <a:latin typeface="+mj-lt"/>
                        <a:ea typeface="+mj-lt"/>
                        <a:cs typeface="+mj-lt"/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</a:tr>
              <a:tr h="120726">
                <a:tc>
                  <a:txBody>
                    <a:bodyPr/>
                    <a:lstStyle/>
                    <a:p>
                      <a:endParaRPr sz="100"/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00" b="0" i="0" u="none" kern="120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1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40000" algn="l" defTabSz="914400">
                        <a:buNone/>
                      </a:pPr>
                      <a:endParaRPr sz="100" b="0" i="0" u="none" kern="120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anchor="ctr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</a:tr>
              <a:tr h="884948">
                <a:tc>
                  <a:txBody>
                    <a:bodyPr/>
                    <a:lstStyle/>
                    <a:p>
                      <a:endParaRPr/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>
                        <a:buNone/>
                      </a:pPr>
                      <a:endParaRPr sz="1800" b="0" i="0" u="none" kern="120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endParaRPr sz="100">
                        <a:solidFill>
                          <a:schemeClr val="bg1"/>
                        </a:solidFill>
                      </a:endParaRPr>
                    </a:p>
                  </a:txBody>
                  <a:tcPr marL="0" marR="0" marT="0" marB="0"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40000" algn="l" defTabSz="914400">
                        <a:buNone/>
                      </a:pPr>
                      <a:endParaRPr sz="1800" b="0" i="0" u="none" kern="1200" baseline="0">
                        <a:solidFill>
                          <a:schemeClr val="bg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>
                    <a:lnL w="6350" cmpd="sng">
                      <a:noFill/>
                      <a:prstDash val="solid"/>
                    </a:lnL>
                    <a:lnR w="6350" cmpd="sng">
                      <a:noFill/>
                      <a:prstDash val="solid"/>
                    </a:lnR>
                    <a:lnT w="6350" cmpd="sng">
                      <a:noFill/>
                      <a:prstDash val="solid"/>
                    </a:lnT>
                    <a:lnB w="635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13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DE99399C-3B77-411E-AA70-B29ADBD392FE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867125" y="3937329"/>
            <a:ext cx="4822475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500" cap="all" baseline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5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8C855A71-B096-407C-8874-B3380D1DD3C8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428514" y="2185097"/>
            <a:ext cx="48224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6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A5A8D440-6284-456C-8C98-D922980657E6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428514" y="4531132"/>
            <a:ext cx="48224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7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01B5909E-9844-4051-B97B-FDBDEE335864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867124" y="4531132"/>
            <a:ext cx="48224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8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B5E62EF2-ADB8-4111-B061-63137661CF64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867124" y="2727368"/>
            <a:ext cx="48224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4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B3FC0E23-3993-438D-AAFF-6A1365D101E9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867125" y="2185097"/>
            <a:ext cx="48224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cap="none" baseline="0">
                <a:solidFill>
                  <a:schemeClr val="bg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5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2D68B1F4-310F-4EB7-BB4B-79555B75D151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67125" y="1619003"/>
            <a:ext cx="4822475" cy="323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500" cap="all" baseline="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6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37387239-7336-4481-8C87-8FC7BA6824E1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6428513" y="5103632"/>
            <a:ext cx="48224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7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924D4F9C-680A-4654-9284-ED20E43E19DB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867124" y="5103632"/>
            <a:ext cx="48224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9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C0EDE1B9-6FDF-47B3-BFA6-3C7ED70FE5D4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6428513" y="2727368"/>
            <a:ext cx="482247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cap="none" baseline="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Title 1">
            <a:extLst xmlns:a="http://schemas.openxmlformats.org/drawingml/2006/main">
              <a:ext uri="{FF2B5EF4-FFF2-40B4-BE49-F238E27FC236}">
                <a16:creationId xmlns:a16="http://schemas.microsoft.com/office/drawing/2014/main" id="{262B8D8F-6BBE-C534-253D-A55EB7BB3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62" y="265293"/>
            <a:ext cx="11334750" cy="457818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95000"/>
              </a:lnSpc>
              <a:buNone/>
              <a:defRPr sz="2500"/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showMasterSp="0" preserve="1" userDrawn="1">
  <p:cSld name="Content 1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icture Placeholder 15">
            <a:extLst xmlns:a="http://schemas.openxmlformats.org/drawingml/2006/main">
              <a:ext uri="{FF2B5EF4-FFF2-40B4-BE49-F238E27FC236}">
                <a16:creationId xmlns:a16="http://schemas.microsoft.com/office/drawing/2014/main" id="{65D8812B-31AD-49BB-A085-C6FF154E938C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56837" y="352422"/>
            <a:ext cx="11834812" cy="3762378"/>
          </a:xfrm>
          <a:custGeom xmlns:a="http://schemas.openxmlformats.org/drawingml/2006/main">
            <a:gdLst>
              <a:gd name="connsiteX0" fmla="*/ 0 w 11834812"/>
              <a:gd name="connsiteY0" fmla="*/ 0 h 3762378"/>
              <a:gd name="connsiteX1" fmla="*/ 11834812 w 11834812"/>
              <a:gd name="connsiteY1" fmla="*/ 0 h 3762378"/>
              <a:gd name="connsiteX2" fmla="*/ 11834812 w 11834812"/>
              <a:gd name="connsiteY2" fmla="*/ 3762378 h 3762378"/>
              <a:gd name="connsiteX3" fmla="*/ 6856763 w 11834812"/>
              <a:gd name="connsiteY3" fmla="*/ 3762378 h 3762378"/>
              <a:gd name="connsiteX4" fmla="*/ 6856763 w 11834812"/>
              <a:gd name="connsiteY4" fmla="*/ 3576893 h 3762378"/>
              <a:gd name="connsiteX5" fmla="*/ 0 w 11834812"/>
              <a:gd name="connsiteY5" fmla="*/ 3576893 h 3762378"/>
            </a:gdLst>
            <a:rect l="l" t="t" r="r" b="b"/>
            <a:pathLst>
              <a:path w="11834812" h="3762378">
                <a:moveTo>
                  <a:pt x="0" y="0"/>
                </a:moveTo>
                <a:lnTo>
                  <a:pt x="11834812" y="0"/>
                </a:lnTo>
                <a:lnTo>
                  <a:pt x="11834812" y="3762378"/>
                </a:lnTo>
                <a:lnTo>
                  <a:pt x="6856763" y="3762378"/>
                </a:lnTo>
                <a:lnTo>
                  <a:pt x="6856763" y="3576893"/>
                </a:lnTo>
                <a:lnTo>
                  <a:pt x="0" y="3576893"/>
                </a:lnTo>
                <a:close/>
              </a:path>
            </a:pathLst>
          </a:custGeom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endParaRPr/>
          </a:p>
        </p:txBody>
      </p:sp>
      <p:pic>
        <p:nvPicPr>
          <p:cNvPr id="21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a80e87dca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B3C330D0-D207-4CCA-848E-DAFD2CEB7BA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68289" y="4541962"/>
            <a:ext cx="11085512" cy="4154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1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6FC55938-D512-49A8-B153-545D08FF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29315"/>
            <a:ext cx="7213600" cy="381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0BCFD"/>
              </a:gs>
              <a:gs pos="100000">
                <a:srgbClr val="23D2B5"/>
              </a:gs>
            </a:gsLst>
            <a:lin ang="2160000" scaled="0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ED935233-556A-4673-8A86-B9788EC48F4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3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D8ED6195-BEA5-4C0A-90F0-E6FF05B2C45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0" preserve="1" userDrawn="1">
  <p:cSld name="Content 15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fc59d15ae4e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3197E704-6754-4DE7-8D47-3C52E54F5BF6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086600" y="1524000"/>
            <a:ext cx="5105400" cy="339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13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6D96B5E1-44FD-46DB-8148-8253FCB8F97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4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403727C8-E764-4403-81A9-A567C3EED15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Title 1">
            <a:extLst xmlns:a="http://schemas.openxmlformats.org/drawingml/2006/main">
              <a:ext uri="{FF2B5EF4-FFF2-40B4-BE49-F238E27FC236}">
                <a16:creationId xmlns:a16="http://schemas.microsoft.com/office/drawing/2014/main" id="{0B716029-E1E3-CF74-F79E-9E30D3435A6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62" y="265293"/>
            <a:ext cx="11334750" cy="457818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95000"/>
              </a:lnSpc>
              <a:buNone/>
              <a:defRPr sz="2500"/>
            </a:lvl1pPr>
          </a:lstStyle>
          <a:p xmlns:a="http://schemas.openxmlformats.org/drawingml/2006/main">
            <a:endParaRPr/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EE8CF851-143E-464C-97FC-A6FFBC6E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6392"/>
            <a:ext cx="4633913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3.xml><?xml version="1.0" encoding="utf-8"?>
<p:sldLayout xmlns:p="http://schemas.openxmlformats.org/presentationml/2006/main" showMasterSp="0" preserve="1" userDrawn="1">
  <p:cSld name="Content 16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866985bd64e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3197E704-6754-4DE7-8D47-3C52E54F5BF6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086600" y="1524000"/>
            <a:ext cx="5105400" cy="3390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13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6D96B5E1-44FD-46DB-8148-8253FCB8F97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4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403727C8-E764-4403-81A9-A567C3EED15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4299B9E1-1AB2-4052-A899-3CCA3B6C928F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3661751"/>
            <a:ext cx="325119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360000" anchor="ctr"/>
          <a:lstStyle xmlns:a="http://schemas.openxmlformats.org/drawingml/2006/main">
            <a:lvl1pPr marL="0" indent="0" algn="l" defTabSz="914400">
              <a:spcBef>
                <a:spcPts val="2400"/>
              </a:spcBef>
              <a:buNone/>
              <a:defRPr sz="1800" kern="1200" cap="all" baseline="0">
                <a:solidFill>
                  <a:schemeClr val="accent5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7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70283E9E-E6A8-46BF-8048-923952C755F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3410529" y="3661751"/>
            <a:ext cx="325119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180000" anchor="ctr"/>
          <a:lstStyle xmlns:a="http://schemas.openxmlformats.org/drawingml/2006/main">
            <a:lvl1pPr marL="0" indent="0" algn="l" defTabSz="914400">
              <a:spcBef>
                <a:spcPts val="2400"/>
              </a:spcBef>
              <a:buNone/>
              <a:defRPr sz="1800" kern="1200" cap="all" baseline="0">
                <a:solidFill>
                  <a:schemeClr val="accent6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8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64E15BF8-C6C9-4C24-862C-FBB64296CD36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10529" y="1533236"/>
            <a:ext cx="325119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180000" anchor="ctr"/>
          <a:lstStyle xmlns:a="http://schemas.openxmlformats.org/drawingml/2006/main">
            <a:lvl1pPr marL="0" indent="0" algn="l" defTabSz="914400">
              <a:spcBef>
                <a:spcPts val="2400"/>
              </a:spcBef>
              <a:buNone/>
              <a:defRPr sz="1800" kern="1200" cap="all" baseline="0">
                <a:solidFill>
                  <a:schemeClr val="accent4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0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20147626-EBB2-451B-A7F5-33FA8BEA319B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0" y="1533236"/>
            <a:ext cx="325119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lIns="360000" rIns="252000" anchor="ctr"/>
          <a:lstStyle xmlns:a="http://schemas.openxmlformats.org/drawingml/2006/main">
            <a:lvl1pPr marL="0" indent="0" algn="l" defTabSz="914400">
              <a:spcBef>
                <a:spcPts val="2400"/>
              </a:spcBef>
              <a:buNone/>
              <a:defRPr sz="1800" kern="1200" cap="all" baseline="0">
                <a:solidFill>
                  <a:schemeClr val="accent3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2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9915CBFE-6761-44F1-B968-6602EFCF1722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491953" y="1908501"/>
            <a:ext cx="2965965" cy="8617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0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0,00 </a:t>
            </a:r>
          </a:p>
        </p:txBody>
      </p:sp>
      <p:sp>
        <p:nvSpPr>
          <p:cNvPr id="2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5423B3DC-1B6D-43B0-B2E0-B3BA21CBE1DC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285234" y="1908501"/>
            <a:ext cx="2965965" cy="8617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000" b="1">
                <a:solidFill>
                  <a:schemeClr val="accent3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0,00 </a:t>
            </a:r>
          </a:p>
        </p:txBody>
      </p:sp>
      <p:sp>
        <p:nvSpPr>
          <p:cNvPr id="25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6F1F4794-E6FC-449E-BAD1-D17E2E2B5B48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285234" y="4031083"/>
            <a:ext cx="2965965" cy="8617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000" b="1">
                <a:solidFill>
                  <a:schemeClr val="accent5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00 </a:t>
            </a:r>
          </a:p>
        </p:txBody>
      </p:sp>
      <p:sp>
        <p:nvSpPr>
          <p:cNvPr id="29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FB1FE772-3619-4B86-B4F7-C2F01F67172D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3491953" y="4031083"/>
            <a:ext cx="2965965" cy="86177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5000" b="1"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00 </a:t>
            </a:r>
          </a:p>
        </p:txBody>
      </p:sp>
      <p:sp>
        <p:nvSpPr>
          <p:cNvPr id="6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EA09C3C1-48BD-4780-B675-DAAD25967EB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491953" y="2781988"/>
            <a:ext cx="1632527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32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2C54322D-923B-4750-BB1A-8DD879573DD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3491953" y="4912129"/>
            <a:ext cx="1632527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33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5D62BD64-3F52-4918-91C3-356C638BCE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285234" y="4912129"/>
            <a:ext cx="161405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35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F5041F54-EB20-4613-9D13-34A6698A6F8A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285233" y="2781988"/>
            <a:ext cx="1614055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1" name="Title 1">
            <a:extLst xmlns:a="http://schemas.openxmlformats.org/drawingml/2006/main">
              <a:ext uri="{FF2B5EF4-FFF2-40B4-BE49-F238E27FC236}">
                <a16:creationId xmlns:a16="http://schemas.microsoft.com/office/drawing/2014/main" id="{BFF6A0E5-1076-A11D-FE09-2BE1CE72C5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6762" y="265293"/>
            <a:ext cx="11334750" cy="457818"/>
          </a:xfrm>
        </p:spPr>
        <p:txBody>
          <a:bodyPr xmlns:a="http://schemas.openxmlformats.org/drawingml/2006/main" anchor="t"/>
          <a:lstStyle xmlns:a="http://schemas.openxmlformats.org/drawingml/2006/main">
            <a:lvl1pPr>
              <a:lnSpc>
                <a:spcPct val="95000"/>
              </a:lnSpc>
              <a:buNone/>
              <a:defRPr sz="2500"/>
            </a:lvl1pPr>
          </a:lstStyle>
          <a:p xmlns:a="http://schemas.openxmlformats.org/drawingml/2006/main">
            <a:endParaRPr/>
          </a:p>
        </p:txBody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3C883A2F-8FD1-42D5-885E-3A4B990D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6392"/>
            <a:ext cx="4633913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4.xml><?xml version="1.0" encoding="utf-8"?>
<p:sldLayout xmlns:p="http://schemas.openxmlformats.org/presentationml/2006/main" showMasterSp="0" preserve="1" userDrawn="1">
  <p:cSld name="Logo in white backgroun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caef951bf46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5088" y="2996797"/>
            <a:ext cx="2401824" cy="864406"/>
          </a:xfrm>
          <a:prstGeom xmlns:a="http://schemas.openxmlformats.org/drawingml/2006/main" prst="rect">
            <a:avLst/>
          </a:prstGeom>
        </p:spPr>
      </p:pic>
      <p:sp>
        <p:nvSpPr>
          <p:cNvPr id="3" name="ZoneTexte 2">
            <a:extLst xmlns:a="http://schemas.openxmlformats.org/drawingml/2006/main">
              <a:ext uri="{FF2B5EF4-FFF2-40B4-BE49-F238E27FC236}">
                <a16:creationId xmlns:a16="http://schemas.microsoft.com/office/drawing/2014/main" id="{0965FBBA-FD65-430D-8BAD-C0FE62C8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65651"/>
            <a:ext cx="2438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u="sng"/>
              <a:t>engie.com</a:t>
            </a:r>
          </a:p>
        </p:txBody>
      </p:sp>
    </p:spTree>
  </p:cSld>
</p:sldLayout>
</file>

<file path=ppt/slideLayouts/slideLayout25.xml><?xml version="1.0" encoding="utf-8"?>
<p:sldLayout xmlns:p="http://schemas.openxmlformats.org/presentationml/2006/main" showMasterSp="0" preserve="1" userDrawn="1">
  <p:cSld name="Logo in blue background">
    <p:bg>
      <p:bgRef idx="1001">
        <a:schemeClr xmlns:a="http://schemas.openxmlformats.org/drawingml/2006/main" val="bg2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e42d37b0044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95088" y="2996797"/>
            <a:ext cx="2401824" cy="864406"/>
          </a:xfrm>
          <a:prstGeom xmlns:a="http://schemas.openxmlformats.org/drawingml/2006/main" prst="rect">
            <a:avLst/>
          </a:prstGeom>
        </p:spPr>
      </p:pic>
      <p:sp>
        <p:nvSpPr>
          <p:cNvPr id="3" name="ZoneTexte 2">
            <a:extLst xmlns:a="http://schemas.openxmlformats.org/drawingml/2006/main">
              <a:ext uri="{FF2B5EF4-FFF2-40B4-BE49-F238E27FC236}">
                <a16:creationId xmlns:a16="http://schemas.microsoft.com/office/drawing/2014/main" id="{A51A565C-B500-4B95-BA46-5206376F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465651"/>
            <a:ext cx="2438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u="sng"/>
              <a:t>engie.com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B38ECF-1EAC-6440-F219-24F322E682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453DD8B-843D-7EC0-E424-4662473B2B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B096078-7E6A-454B-905C-214915EA4079}" type="datetime1">
              <a:t>9/1/2026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7704D1F-34C5-1BEB-0733-000F5806B3A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7557688-F6A3-B941-AC1A-B0D2E6842F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C6CE1B-DAA5-6141-8E90-6688F225E3B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showMasterSp="0" userDrawn="1">
  <p:cSld name="Contenu 5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50d8f811647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837" y="6365685"/>
            <a:ext cx="613661" cy="22085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AD088FD3-7FFD-4843-85E4-16D12F2C5244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266762" y="265293"/>
            <a:ext cx="11334750" cy="52322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95000"/>
              </a:lnSpc>
              <a:spcBef>
                <a:spcPts val="0"/>
              </a:spcBef>
              <a:buNone/>
              <a:defRPr sz="2500">
                <a:solidFill>
                  <a:srgbClr val="003C58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166CB682-206B-49BB-9744-3A9E8DDF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66392"/>
            <a:ext cx="4633913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027D9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BCFCF277-66D0-46F6-B18E-0B37F27CA7D5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868898" y="1548391"/>
            <a:ext cx="10411720" cy="3334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10000"/>
              </a:lnSpc>
              <a:spcBef>
                <a:spcPts val="700"/>
              </a:spcBef>
              <a:buSzPct val="50000"/>
              <a:buFontTx/>
              <a:buNone/>
              <a:defRPr sz="1500" spc="20" baseline="0">
                <a:solidFill>
                  <a:schemeClr val="accent2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9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D99B2560-5A2F-461D-B47C-6917B8C240DE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868898" y="3107315"/>
            <a:ext cx="10404100" cy="132888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0000"/>
              </a:lnSpc>
              <a:spcBef>
                <a:spcPts val="700"/>
              </a:spcBef>
              <a:buSzPct val="50000"/>
              <a:buFontTx/>
              <a:buNone/>
              <a:defRPr sz="1500" spc="50" baseline="0">
                <a:solidFill>
                  <a:schemeClr val="accent5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marR="0" algn="l">
              <a:buNone/>
            </a:pPr>
            <a:endParaRPr/>
          </a:p>
        </p:txBody>
      </p:sp>
      <p:sp>
        <p:nvSpPr>
          <p:cNvPr id="11" name="Text Placeholder 13">
            <a:extLst xmlns:a="http://schemas.openxmlformats.org/drawingml/2006/main">
              <a:ext uri="{FF2B5EF4-FFF2-40B4-BE49-F238E27FC236}">
                <a16:creationId xmlns:a16="http://schemas.microsoft.com/office/drawing/2014/main" id="{713EBDC3-786B-4A3D-9938-FAC4F6DAC7F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68898" y="4444990"/>
            <a:ext cx="10404100" cy="1068570"/>
          </a:xfrm>
        </p:spPr>
        <p:txBody>
          <a:bodyPr xmlns:a="http://schemas.openxmlformats.org/drawingml/2006/main"/>
          <a:lstStyle xmlns:a="http://schemas.openxmlformats.org/drawingml/2006/main">
            <a:lvl1pPr marL="180000" indent="-180000">
              <a:spcBef>
                <a:spcPts val="900"/>
              </a:spcBef>
              <a:buSzPct val="50000"/>
              <a:buFontTx/>
              <a:buNone/>
              <a:defRPr sz="1500" spc="20" baseline="0"/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3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FE696FE3-641E-6444-B0E0-192380C38E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67408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5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E6FAD938-27F4-DF42-846B-98C45CD88D5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702276" y="6397471"/>
            <a:ext cx="3081293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S&amp;EM Market update</a:t>
            </a:r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texte 6">
            <a:extLst xmlns:a="http://schemas.openxmlformats.org/drawingml/2006/main">
              <a:ext uri="{FF2B5EF4-FFF2-40B4-BE49-F238E27FC236}">
                <a16:creationId xmlns:a16="http://schemas.microsoft.com/office/drawing/2014/main" id="{6F77CAC9-1C4F-A544-9BAC-643D9CE6594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68364" y="1103158"/>
            <a:ext cx="10455274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>
              <a:buNone/>
              <a:defRPr sz="1400" b="0" cap="all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9" name="Titre 1">
            <a:extLst xmlns:a="http://schemas.openxmlformats.org/drawingml/2006/main">
              <a:ext uri="{FF2B5EF4-FFF2-40B4-BE49-F238E27FC236}">
                <a16:creationId xmlns:a16="http://schemas.microsoft.com/office/drawing/2014/main" id="{6B44C223-5313-6945-8429-D151D0A7DBD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79652" y="776464"/>
            <a:ext cx="10455273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buNone/>
              <a:defRPr sz="2400" kern="0" spc="0">
                <a:ln>
                  <a:noFill/>
                </a:ln>
                <a:gradFill>
                  <a:gsLst>
                    <a:gs pos="0">
                      <a:srgbClr val="198ABB"/>
                    </a:gs>
                    <a:gs pos="100000">
                      <a:srgbClr val="3AD1B0"/>
                    </a:gs>
                  </a:gsLst>
                  <a:lin ang="2700000" scaled="1"/>
                </a:gradFill>
              </a:defRPr>
            </a:lvl1pPr>
          </a:lstStyle>
          <a:p xmlns:a="http://schemas.openxmlformats.org/drawingml/2006/main">
            <a:pPr marL="0" lvl="0" indent="0" defTabSz="914400">
              <a:buSzTx/>
              <a:buNone/>
            </a:pPr>
            <a:r>
              <a:t>TITLE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userDrawn="1">
  <p:cSld name="7_Disposition personnalisé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3ed79eac04d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53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3bb12fb734c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871" y="735755"/>
            <a:ext cx="10450648" cy="5425200"/>
          </a:xfrm>
          <a:prstGeom xmlns:a="http://schemas.openxmlformats.org/drawingml/2006/main" prst="rect">
            <a:avLst/>
          </a:prstGeom>
        </p:spPr>
      </p:pic>
      <p:sp>
        <p:nvSpPr>
          <p:cNvPr id="5" name="Espace réservé du contenu 11">
            <a:extLst xmlns:a="http://schemas.openxmlformats.org/drawingml/2006/main">
              <a:ext uri="{FF2B5EF4-FFF2-40B4-BE49-F238E27FC236}">
                <a16:creationId xmlns:a16="http://schemas.microsoft.com/office/drawing/2014/main" id="{47F69164-3E78-2F48-BCDB-DD2A78A579FA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854155" y="3087865"/>
            <a:ext cx="10463134" cy="68226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4800" b="1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XXXXXX</a:t>
            </a:r>
          </a:p>
        </p:txBody>
      </p:sp>
      <p:sp>
        <p:nvSpPr>
          <p:cNvPr id="35" name="ZoneTexte 34">
            <a:extLst xmlns:a="http://schemas.openxmlformats.org/drawingml/2006/main">
              <a:ext uri="{FF2B5EF4-FFF2-40B4-BE49-F238E27FC236}">
                <a16:creationId xmlns:a16="http://schemas.microsoft.com/office/drawing/2014/main" id="{E76DCFC1-283D-0C4E-927B-B8129C13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50" y="6293078"/>
            <a:ext cx="704039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fld id="{A15C403E-F306-DA4E-BA99-282DFC5D540A}" type="datetime1">
              <a:rPr sz="8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01/09/2026</a:t>
            </a:fld>
            <a:endParaRPr sz="8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ZoneTexte 35">
            <a:extLst xmlns:a="http://schemas.openxmlformats.org/drawingml/2006/main">
              <a:ext uri="{FF2B5EF4-FFF2-40B4-BE49-F238E27FC236}">
                <a16:creationId xmlns:a16="http://schemas.microsoft.com/office/drawing/2014/main" id="{9CD23A89-3770-D14B-A911-513CA732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303" y="6287426"/>
            <a:ext cx="367408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fld id="{BA6A69F9-9927-BA4C-8172-0FD11CA5671D}" type="slidenum">
              <a:rPr sz="8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‹#›</a:t>
            </a:fld>
            <a:endParaRPr sz="800" b="1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Freeform 5">
            <a:extLst xmlns:a="http://schemas.openxmlformats.org/drawingml/2006/main">
              <a:ext uri="{FF2B5EF4-FFF2-40B4-BE49-F238E27FC236}">
                <a16:creationId xmlns:a16="http://schemas.microsoft.com/office/drawing/2014/main" id="{64456212-3C26-BC48-9CD3-1D5BFFCD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60286" y="6282743"/>
            <a:ext cx="422484" cy="61098"/>
          </a:xfrm>
          <a:custGeom xmlns:a="http://schemas.openxmlformats.org/drawingml/2006/main">
            <a:gdLst>
              <a:gd name="T0" fmla="*/ 1276 w 1276"/>
              <a:gd name="T1" fmla="*/ 183 h 183"/>
              <a:gd name="T2" fmla="*/ 638 w 1276"/>
              <a:gd name="T3" fmla="*/ 0 h 183"/>
              <a:gd name="T4" fmla="*/ 0 w 1276"/>
              <a:gd name="T5" fmla="*/ 183 h 183"/>
              <a:gd name="T6" fmla="*/ 638 w 1276"/>
              <a:gd name="T7" fmla="*/ 92 h 183"/>
              <a:gd name="T8" fmla="*/ 1276 w 1276"/>
              <a:gd name="T9" fmla="*/ 183 h 183"/>
            </a:gdLst>
            <a:rect l="0" t="0" r="r" b="b"/>
            <a:pathLst>
              <a:path w="1276" h="183">
                <a:moveTo>
                  <a:pt x="1276" y="183"/>
                </a:moveTo>
                <a:cubicBezTo>
                  <a:pt x="1105" y="69"/>
                  <a:pt x="882" y="0"/>
                  <a:pt x="638" y="0"/>
                </a:cubicBezTo>
                <a:cubicBezTo>
                  <a:pt x="394" y="0"/>
                  <a:pt x="171" y="69"/>
                  <a:pt x="0" y="183"/>
                </a:cubicBezTo>
                <a:cubicBezTo>
                  <a:pt x="170" y="127"/>
                  <a:pt x="369" y="92"/>
                  <a:pt x="638" y="92"/>
                </a:cubicBezTo>
                <a:cubicBezTo>
                  <a:pt x="907" y="92"/>
                  <a:pt x="1106" y="127"/>
                  <a:pt x="1276" y="183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Freeform 6">
            <a:extLst xmlns:a="http://schemas.openxmlformats.org/drawingml/2006/main">
              <a:ext uri="{FF2B5EF4-FFF2-40B4-BE49-F238E27FC236}">
                <a16:creationId xmlns:a16="http://schemas.microsoft.com/office/drawing/2014/main" id="{B8972A79-314E-174B-B70C-076D8DEA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62348" y="6363803"/>
            <a:ext cx="82969" cy="69256"/>
          </a:xfrm>
          <a:custGeom xmlns:a="http://schemas.openxmlformats.org/drawingml/2006/main">
            <a:gdLst>
              <a:gd name="T0" fmla="*/ 232 w 251"/>
              <a:gd name="T1" fmla="*/ 0 h 208"/>
              <a:gd name="T2" fmla="*/ 211 w 251"/>
              <a:gd name="T3" fmla="*/ 22 h 208"/>
              <a:gd name="T4" fmla="*/ 201 w 251"/>
              <a:gd name="T5" fmla="*/ 96 h 208"/>
              <a:gd name="T6" fmla="*/ 192 w 251"/>
              <a:gd name="T7" fmla="*/ 114 h 208"/>
              <a:gd name="T8" fmla="*/ 169 w 251"/>
              <a:gd name="T9" fmla="*/ 106 h 208"/>
              <a:gd name="T10" fmla="*/ 54 w 251"/>
              <a:gd name="T11" fmla="*/ 8 h 208"/>
              <a:gd name="T12" fmla="*/ 32 w 251"/>
              <a:gd name="T13" fmla="*/ 0 h 208"/>
              <a:gd name="T14" fmla="*/ 0 w 251"/>
              <a:gd name="T15" fmla="*/ 35 h 208"/>
              <a:gd name="T16" fmla="*/ 0 w 251"/>
              <a:gd name="T17" fmla="*/ 188 h 208"/>
              <a:gd name="T18" fmla="*/ 19 w 251"/>
              <a:gd name="T19" fmla="*/ 208 h 208"/>
              <a:gd name="T20" fmla="*/ 39 w 251"/>
              <a:gd name="T21" fmla="*/ 189 h 208"/>
              <a:gd name="T22" fmla="*/ 52 w 251"/>
              <a:gd name="T23" fmla="*/ 108 h 208"/>
              <a:gd name="T24" fmla="*/ 64 w 251"/>
              <a:gd name="T25" fmla="*/ 88 h 208"/>
              <a:gd name="T26" fmla="*/ 92 w 251"/>
              <a:gd name="T27" fmla="*/ 101 h 208"/>
              <a:gd name="T28" fmla="*/ 201 w 251"/>
              <a:gd name="T29" fmla="*/ 199 h 208"/>
              <a:gd name="T30" fmla="*/ 224 w 251"/>
              <a:gd name="T31" fmla="*/ 208 h 208"/>
              <a:gd name="T32" fmla="*/ 251 w 251"/>
              <a:gd name="T33" fmla="*/ 175 h 208"/>
              <a:gd name="T34" fmla="*/ 251 w 251"/>
              <a:gd name="T35" fmla="*/ 22 h 208"/>
              <a:gd name="T36" fmla="*/ 232 w 251"/>
              <a:gd name="T37" fmla="*/ 0 h 208"/>
            </a:gdLst>
            <a:rect l="0" t="0" r="r" b="b"/>
            <a:pathLst>
              <a:path w="251" h="208">
                <a:moveTo>
                  <a:pt x="232" y="0"/>
                </a:moveTo>
                <a:cubicBezTo>
                  <a:pt x="219" y="0"/>
                  <a:pt x="213" y="10"/>
                  <a:pt x="211" y="22"/>
                </a:cubicBezTo>
                <a:cubicBezTo>
                  <a:pt x="209" y="36"/>
                  <a:pt x="202" y="84"/>
                  <a:pt x="201" y="96"/>
                </a:cubicBezTo>
                <a:cubicBezTo>
                  <a:pt x="200" y="103"/>
                  <a:pt x="199" y="111"/>
                  <a:pt x="192" y="114"/>
                </a:cubicBezTo>
                <a:cubicBezTo>
                  <a:pt x="185" y="117"/>
                  <a:pt x="176" y="112"/>
                  <a:pt x="169" y="106"/>
                </a:cubicBezTo>
                <a:cubicBezTo>
                  <a:pt x="162" y="100"/>
                  <a:pt x="54" y="8"/>
                  <a:pt x="54" y="8"/>
                </a:cubicBezTo>
                <a:cubicBezTo>
                  <a:pt x="48" y="2"/>
                  <a:pt x="40" y="0"/>
                  <a:pt x="32" y="0"/>
                </a:cubicBezTo>
                <a:cubicBezTo>
                  <a:pt x="16" y="0"/>
                  <a:pt x="0" y="10"/>
                  <a:pt x="0" y="35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200"/>
                  <a:pt x="9" y="208"/>
                  <a:pt x="19" y="208"/>
                </a:cubicBezTo>
                <a:cubicBezTo>
                  <a:pt x="30" y="208"/>
                  <a:pt x="37" y="200"/>
                  <a:pt x="39" y="189"/>
                </a:cubicBezTo>
                <a:cubicBezTo>
                  <a:pt x="39" y="189"/>
                  <a:pt x="51" y="116"/>
                  <a:pt x="52" y="108"/>
                </a:cubicBezTo>
                <a:cubicBezTo>
                  <a:pt x="54" y="99"/>
                  <a:pt x="55" y="91"/>
                  <a:pt x="64" y="88"/>
                </a:cubicBezTo>
                <a:cubicBezTo>
                  <a:pt x="73" y="86"/>
                  <a:pt x="81" y="91"/>
                  <a:pt x="92" y="101"/>
                </a:cubicBezTo>
                <a:cubicBezTo>
                  <a:pt x="104" y="111"/>
                  <a:pt x="201" y="199"/>
                  <a:pt x="201" y="199"/>
                </a:cubicBezTo>
                <a:cubicBezTo>
                  <a:pt x="208" y="205"/>
                  <a:pt x="214" y="208"/>
                  <a:pt x="224" y="208"/>
                </a:cubicBezTo>
                <a:cubicBezTo>
                  <a:pt x="234" y="208"/>
                  <a:pt x="251" y="204"/>
                  <a:pt x="251" y="175"/>
                </a:cubicBezTo>
                <a:cubicBezTo>
                  <a:pt x="251" y="22"/>
                  <a:pt x="251" y="22"/>
                  <a:pt x="251" y="22"/>
                </a:cubicBezTo>
                <a:cubicBezTo>
                  <a:pt x="251" y="8"/>
                  <a:pt x="243" y="0"/>
                  <a:pt x="232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Freeform 7">
            <a:extLst xmlns:a="http://schemas.openxmlformats.org/drawingml/2006/main">
              <a:ext uri="{FF2B5EF4-FFF2-40B4-BE49-F238E27FC236}">
                <a16:creationId xmlns:a16="http://schemas.microsoft.com/office/drawing/2014/main" id="{704AFA91-6734-894F-A0CB-2A7B53EE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89733" y="6362067"/>
            <a:ext cx="89044" cy="78976"/>
          </a:xfrm>
          <a:custGeom xmlns:a="http://schemas.openxmlformats.org/drawingml/2006/main">
            <a:gdLst>
              <a:gd name="T0" fmla="*/ 241 w 269"/>
              <a:gd name="T1" fmla="*/ 168 h 237"/>
              <a:gd name="T2" fmla="*/ 59 w 269"/>
              <a:gd name="T3" fmla="*/ 107 h 237"/>
              <a:gd name="T4" fmla="*/ 134 w 269"/>
              <a:gd name="T5" fmla="*/ 41 h 237"/>
              <a:gd name="T6" fmla="*/ 210 w 269"/>
              <a:gd name="T7" fmla="*/ 60 h 237"/>
              <a:gd name="T8" fmla="*/ 199 w 269"/>
              <a:gd name="T9" fmla="*/ 82 h 237"/>
              <a:gd name="T10" fmla="*/ 129 w 269"/>
              <a:gd name="T11" fmla="*/ 85 h 237"/>
              <a:gd name="T12" fmla="*/ 108 w 269"/>
              <a:gd name="T13" fmla="*/ 103 h 237"/>
              <a:gd name="T14" fmla="*/ 130 w 269"/>
              <a:gd name="T15" fmla="*/ 120 h 237"/>
              <a:gd name="T16" fmla="*/ 241 w 269"/>
              <a:gd name="T17" fmla="*/ 121 h 237"/>
              <a:gd name="T18" fmla="*/ 269 w 269"/>
              <a:gd name="T19" fmla="*/ 88 h 237"/>
              <a:gd name="T20" fmla="*/ 145 w 269"/>
              <a:gd name="T21" fmla="*/ 0 h 237"/>
              <a:gd name="T22" fmla="*/ 0 w 269"/>
              <a:gd name="T23" fmla="*/ 110 h 237"/>
              <a:gd name="T24" fmla="*/ 248 w 269"/>
              <a:gd name="T25" fmla="*/ 201 h 237"/>
              <a:gd name="T26" fmla="*/ 264 w 269"/>
              <a:gd name="T27" fmla="*/ 179 h 237"/>
              <a:gd name="T28" fmla="*/ 241 w 269"/>
              <a:gd name="T29" fmla="*/ 168 h 237"/>
            </a:gdLst>
            <a:rect l="0" t="0" r="r" b="b"/>
            <a:pathLst>
              <a:path w="269" h="237">
                <a:moveTo>
                  <a:pt x="241" y="168"/>
                </a:moveTo>
                <a:cubicBezTo>
                  <a:pt x="156" y="187"/>
                  <a:pt x="59" y="167"/>
                  <a:pt x="59" y="107"/>
                </a:cubicBezTo>
                <a:cubicBezTo>
                  <a:pt x="59" y="62"/>
                  <a:pt x="101" y="43"/>
                  <a:pt x="134" y="41"/>
                </a:cubicBezTo>
                <a:cubicBezTo>
                  <a:pt x="169" y="38"/>
                  <a:pt x="196" y="45"/>
                  <a:pt x="210" y="60"/>
                </a:cubicBezTo>
                <a:cubicBezTo>
                  <a:pt x="219" y="69"/>
                  <a:pt x="217" y="81"/>
                  <a:pt x="199" y="82"/>
                </a:cubicBezTo>
                <a:cubicBezTo>
                  <a:pt x="184" y="83"/>
                  <a:pt x="154" y="84"/>
                  <a:pt x="129" y="85"/>
                </a:cubicBezTo>
                <a:cubicBezTo>
                  <a:pt x="115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69" y="110"/>
                  <a:pt x="269" y="88"/>
                </a:cubicBezTo>
                <a:cubicBezTo>
                  <a:pt x="269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7" y="197"/>
                  <a:pt x="266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Freeform 8">
            <a:extLst xmlns:a="http://schemas.openxmlformats.org/drawingml/2006/main">
              <a:ext uri="{FF2B5EF4-FFF2-40B4-BE49-F238E27FC236}">
                <a16:creationId xmlns:a16="http://schemas.microsoft.com/office/drawing/2014/main" id="{55061A82-6246-A54D-9E57-9851E9EE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63931" y="6362067"/>
            <a:ext cx="89391" cy="78976"/>
          </a:xfrm>
          <a:custGeom xmlns:a="http://schemas.openxmlformats.org/drawingml/2006/main">
            <a:gdLst>
              <a:gd name="T0" fmla="*/ 241 w 270"/>
              <a:gd name="T1" fmla="*/ 168 h 237"/>
              <a:gd name="T2" fmla="*/ 59 w 270"/>
              <a:gd name="T3" fmla="*/ 107 h 237"/>
              <a:gd name="T4" fmla="*/ 135 w 270"/>
              <a:gd name="T5" fmla="*/ 41 h 237"/>
              <a:gd name="T6" fmla="*/ 211 w 270"/>
              <a:gd name="T7" fmla="*/ 60 h 237"/>
              <a:gd name="T8" fmla="*/ 200 w 270"/>
              <a:gd name="T9" fmla="*/ 82 h 237"/>
              <a:gd name="T10" fmla="*/ 130 w 270"/>
              <a:gd name="T11" fmla="*/ 85 h 237"/>
              <a:gd name="T12" fmla="*/ 108 w 270"/>
              <a:gd name="T13" fmla="*/ 103 h 237"/>
              <a:gd name="T14" fmla="*/ 130 w 270"/>
              <a:gd name="T15" fmla="*/ 120 h 237"/>
              <a:gd name="T16" fmla="*/ 241 w 270"/>
              <a:gd name="T17" fmla="*/ 121 h 237"/>
              <a:gd name="T18" fmla="*/ 270 w 270"/>
              <a:gd name="T19" fmla="*/ 88 h 237"/>
              <a:gd name="T20" fmla="*/ 145 w 270"/>
              <a:gd name="T21" fmla="*/ 0 h 237"/>
              <a:gd name="T22" fmla="*/ 0 w 270"/>
              <a:gd name="T23" fmla="*/ 110 h 237"/>
              <a:gd name="T24" fmla="*/ 248 w 270"/>
              <a:gd name="T25" fmla="*/ 201 h 237"/>
              <a:gd name="T26" fmla="*/ 264 w 270"/>
              <a:gd name="T27" fmla="*/ 179 h 237"/>
              <a:gd name="T28" fmla="*/ 241 w 270"/>
              <a:gd name="T29" fmla="*/ 168 h 237"/>
            </a:gdLst>
            <a:rect l="0" t="0" r="r" b="b"/>
            <a:pathLst>
              <a:path w="270" h="237">
                <a:moveTo>
                  <a:pt x="241" y="168"/>
                </a:moveTo>
                <a:cubicBezTo>
                  <a:pt x="157" y="187"/>
                  <a:pt x="59" y="167"/>
                  <a:pt x="59" y="107"/>
                </a:cubicBezTo>
                <a:cubicBezTo>
                  <a:pt x="59" y="62"/>
                  <a:pt x="102" y="43"/>
                  <a:pt x="135" y="41"/>
                </a:cubicBezTo>
                <a:cubicBezTo>
                  <a:pt x="169" y="38"/>
                  <a:pt x="197" y="45"/>
                  <a:pt x="211" y="60"/>
                </a:cubicBezTo>
                <a:cubicBezTo>
                  <a:pt x="219" y="69"/>
                  <a:pt x="217" y="81"/>
                  <a:pt x="200" y="82"/>
                </a:cubicBezTo>
                <a:cubicBezTo>
                  <a:pt x="184" y="83"/>
                  <a:pt x="154" y="84"/>
                  <a:pt x="130" y="85"/>
                </a:cubicBezTo>
                <a:cubicBezTo>
                  <a:pt x="116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70" y="110"/>
                  <a:pt x="270" y="88"/>
                </a:cubicBezTo>
                <a:cubicBezTo>
                  <a:pt x="270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8" y="197"/>
                  <a:pt x="267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Freeform 9">
            <a:extLst xmlns:a="http://schemas.openxmlformats.org/drawingml/2006/main">
              <a:ext uri="{FF2B5EF4-FFF2-40B4-BE49-F238E27FC236}">
                <a16:creationId xmlns:a16="http://schemas.microsoft.com/office/drawing/2014/main" id="{76A53059-ED82-1C4B-B9B3-E8AF1F8C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1267" y="6382723"/>
            <a:ext cx="20481" cy="50336"/>
          </a:xfrm>
          <a:custGeom xmlns:a="http://schemas.openxmlformats.org/drawingml/2006/main">
            <a:gdLst>
              <a:gd name="T0" fmla="*/ 0 w 62"/>
              <a:gd name="T1" fmla="*/ 13 h 151"/>
              <a:gd name="T2" fmla="*/ 8 w 62"/>
              <a:gd name="T3" fmla="*/ 125 h 151"/>
              <a:gd name="T4" fmla="*/ 31 w 62"/>
              <a:gd name="T5" fmla="*/ 151 h 151"/>
              <a:gd name="T6" fmla="*/ 53 w 62"/>
              <a:gd name="T7" fmla="*/ 125 h 151"/>
              <a:gd name="T8" fmla="*/ 62 w 62"/>
              <a:gd name="T9" fmla="*/ 4 h 151"/>
              <a:gd name="T10" fmla="*/ 58 w 62"/>
              <a:gd name="T11" fmla="*/ 1 h 151"/>
              <a:gd name="T12" fmla="*/ 3 w 62"/>
              <a:gd name="T13" fmla="*/ 10 h 151"/>
              <a:gd name="T14" fmla="*/ 0 w 62"/>
              <a:gd name="T15" fmla="*/ 13 h 151"/>
            </a:gdLst>
            <a:rect l="0" t="0" r="r" b="b"/>
            <a:pathLst>
              <a:path w="62" h="151">
                <a:moveTo>
                  <a:pt x="0" y="13"/>
                </a:moveTo>
                <a:cubicBezTo>
                  <a:pt x="2" y="66"/>
                  <a:pt x="7" y="110"/>
                  <a:pt x="8" y="125"/>
                </a:cubicBezTo>
                <a:cubicBezTo>
                  <a:pt x="10" y="145"/>
                  <a:pt x="20" y="151"/>
                  <a:pt x="31" y="151"/>
                </a:cubicBezTo>
                <a:cubicBezTo>
                  <a:pt x="41" y="151"/>
                  <a:pt x="51" y="145"/>
                  <a:pt x="53" y="125"/>
                </a:cubicBezTo>
                <a:cubicBezTo>
                  <a:pt x="54" y="108"/>
                  <a:pt x="59" y="56"/>
                  <a:pt x="62" y="4"/>
                </a:cubicBezTo>
                <a:cubicBezTo>
                  <a:pt x="62" y="1"/>
                  <a:pt x="60" y="0"/>
                  <a:pt x="58" y="1"/>
                </a:cubicBezTo>
                <a:cubicBezTo>
                  <a:pt x="3" y="10"/>
                  <a:pt x="3" y="10"/>
                  <a:pt x="3" y="10"/>
                </a:cubicBezTo>
                <a:cubicBezTo>
                  <a:pt x="1" y="10"/>
                  <a:pt x="0" y="11"/>
                  <a:pt x="0" y="13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Freeform 10">
            <a:extLst xmlns:a="http://schemas.openxmlformats.org/drawingml/2006/main">
              <a:ext uri="{FF2B5EF4-FFF2-40B4-BE49-F238E27FC236}">
                <a16:creationId xmlns:a16="http://schemas.microsoft.com/office/drawing/2014/main" id="{3226F886-D63B-CF46-BDB4-556C4A61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0572" y="6362067"/>
            <a:ext cx="21870" cy="17357"/>
          </a:xfrm>
          <a:custGeom xmlns:a="http://schemas.openxmlformats.org/drawingml/2006/main">
            <a:gdLst>
              <a:gd name="T0" fmla="*/ 33 w 66"/>
              <a:gd name="T1" fmla="*/ 0 h 52"/>
              <a:gd name="T2" fmla="*/ 0 w 66"/>
              <a:gd name="T3" fmla="*/ 32 h 52"/>
              <a:gd name="T4" fmla="*/ 1 w 66"/>
              <a:gd name="T5" fmla="*/ 48 h 52"/>
              <a:gd name="T6" fmla="*/ 5 w 66"/>
              <a:gd name="T7" fmla="*/ 51 h 52"/>
              <a:gd name="T8" fmla="*/ 62 w 66"/>
              <a:gd name="T9" fmla="*/ 42 h 52"/>
              <a:gd name="T10" fmla="*/ 65 w 66"/>
              <a:gd name="T11" fmla="*/ 39 h 52"/>
              <a:gd name="T12" fmla="*/ 65 w 66"/>
              <a:gd name="T13" fmla="*/ 32 h 52"/>
              <a:gd name="T14" fmla="*/ 33 w 66"/>
              <a:gd name="T15" fmla="*/ 0 h 52"/>
            </a:gdLst>
            <a:rect l="0" t="0" r="r" b="b"/>
            <a:pathLst>
              <a:path w="66" h="52">
                <a:moveTo>
                  <a:pt x="33" y="0"/>
                </a:moveTo>
                <a:cubicBezTo>
                  <a:pt x="7" y="0"/>
                  <a:pt x="0" y="20"/>
                  <a:pt x="0" y="32"/>
                </a:cubicBezTo>
                <a:cubicBezTo>
                  <a:pt x="0" y="34"/>
                  <a:pt x="1" y="40"/>
                  <a:pt x="1" y="48"/>
                </a:cubicBezTo>
                <a:cubicBezTo>
                  <a:pt x="1" y="50"/>
                  <a:pt x="3" y="52"/>
                  <a:pt x="5" y="51"/>
                </a:cubicBezTo>
                <a:cubicBezTo>
                  <a:pt x="62" y="42"/>
                  <a:pt x="62" y="42"/>
                  <a:pt x="62" y="42"/>
                </a:cubicBezTo>
                <a:cubicBezTo>
                  <a:pt x="64" y="42"/>
                  <a:pt x="65" y="40"/>
                  <a:pt x="65" y="39"/>
                </a:cubicBezTo>
                <a:cubicBezTo>
                  <a:pt x="65" y="36"/>
                  <a:pt x="65" y="33"/>
                  <a:pt x="65" y="32"/>
                </a:cubicBezTo>
                <a:cubicBezTo>
                  <a:pt x="66" y="20"/>
                  <a:pt x="58" y="0"/>
                  <a:pt x="33" y="0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Freeform 11">
            <a:extLst xmlns:a="http://schemas.openxmlformats.org/drawingml/2006/main">
              <a:ext uri="{FF2B5EF4-FFF2-40B4-BE49-F238E27FC236}">
                <a16:creationId xmlns:a16="http://schemas.microsoft.com/office/drawing/2014/main" id="{FA299445-3BBE-8545-B9D2-E6F61389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54344" y="6362067"/>
            <a:ext cx="99632" cy="72033"/>
          </a:xfrm>
          <a:custGeom xmlns:a="http://schemas.openxmlformats.org/drawingml/2006/main">
            <a:gdLst>
              <a:gd name="T0" fmla="*/ 269 w 301"/>
              <a:gd name="T1" fmla="*/ 84 h 216"/>
              <a:gd name="T2" fmla="*/ 153 w 301"/>
              <a:gd name="T3" fmla="*/ 85 h 216"/>
              <a:gd name="T4" fmla="*/ 130 w 301"/>
              <a:gd name="T5" fmla="*/ 103 h 216"/>
              <a:gd name="T6" fmla="*/ 152 w 301"/>
              <a:gd name="T7" fmla="*/ 120 h 216"/>
              <a:gd name="T8" fmla="*/ 227 w 301"/>
              <a:gd name="T9" fmla="*/ 124 h 216"/>
              <a:gd name="T10" fmla="*/ 241 w 301"/>
              <a:gd name="T11" fmla="*/ 145 h 216"/>
              <a:gd name="T12" fmla="*/ 157 w 301"/>
              <a:gd name="T13" fmla="*/ 175 h 216"/>
              <a:gd name="T14" fmla="*/ 60 w 301"/>
              <a:gd name="T15" fmla="*/ 107 h 216"/>
              <a:gd name="T16" fmla="*/ 233 w 301"/>
              <a:gd name="T17" fmla="*/ 43 h 216"/>
              <a:gd name="T18" fmla="*/ 258 w 301"/>
              <a:gd name="T19" fmla="*/ 32 h 216"/>
              <a:gd name="T20" fmla="*/ 239 w 301"/>
              <a:gd name="T21" fmla="*/ 9 h 216"/>
              <a:gd name="T22" fmla="*/ 158 w 301"/>
              <a:gd name="T23" fmla="*/ 0 h 216"/>
              <a:gd name="T24" fmla="*/ 0 w 301"/>
              <a:gd name="T25" fmla="*/ 109 h 216"/>
              <a:gd name="T26" fmla="*/ 157 w 301"/>
              <a:gd name="T27" fmla="*/ 216 h 216"/>
              <a:gd name="T28" fmla="*/ 301 w 301"/>
              <a:gd name="T29" fmla="*/ 117 h 216"/>
              <a:gd name="T30" fmla="*/ 269 w 301"/>
              <a:gd name="T31" fmla="*/ 84 h 216"/>
            </a:gdLst>
            <a:rect l="0" t="0" r="r" b="b"/>
            <a:pathLst>
              <a:path w="301" h="216">
                <a:moveTo>
                  <a:pt x="269" y="84"/>
                </a:moveTo>
                <a:cubicBezTo>
                  <a:pt x="250" y="84"/>
                  <a:pt x="191" y="85"/>
                  <a:pt x="153" y="85"/>
                </a:cubicBezTo>
                <a:cubicBezTo>
                  <a:pt x="134" y="85"/>
                  <a:pt x="130" y="95"/>
                  <a:pt x="130" y="103"/>
                </a:cubicBezTo>
                <a:cubicBezTo>
                  <a:pt x="130" y="110"/>
                  <a:pt x="135" y="119"/>
                  <a:pt x="152" y="120"/>
                </a:cubicBezTo>
                <a:cubicBezTo>
                  <a:pt x="178" y="121"/>
                  <a:pt x="211" y="123"/>
                  <a:pt x="227" y="124"/>
                </a:cubicBezTo>
                <a:cubicBezTo>
                  <a:pt x="247" y="125"/>
                  <a:pt x="248" y="135"/>
                  <a:pt x="241" y="145"/>
                </a:cubicBezTo>
                <a:cubicBezTo>
                  <a:pt x="227" y="163"/>
                  <a:pt x="192" y="175"/>
                  <a:pt x="157" y="175"/>
                </a:cubicBezTo>
                <a:cubicBezTo>
                  <a:pt x="111" y="175"/>
                  <a:pt x="60" y="148"/>
                  <a:pt x="60" y="107"/>
                </a:cubicBezTo>
                <a:cubicBezTo>
                  <a:pt x="60" y="68"/>
                  <a:pt x="103" y="24"/>
                  <a:pt x="233" y="43"/>
                </a:cubicBezTo>
                <a:cubicBezTo>
                  <a:pt x="244" y="44"/>
                  <a:pt x="256" y="42"/>
                  <a:pt x="258" y="32"/>
                </a:cubicBezTo>
                <a:cubicBezTo>
                  <a:pt x="261" y="20"/>
                  <a:pt x="254" y="13"/>
                  <a:pt x="239" y="9"/>
                </a:cubicBezTo>
                <a:cubicBezTo>
                  <a:pt x="210" y="2"/>
                  <a:pt x="183" y="0"/>
                  <a:pt x="158" y="0"/>
                </a:cubicBezTo>
                <a:cubicBezTo>
                  <a:pt x="70" y="0"/>
                  <a:pt x="0" y="41"/>
                  <a:pt x="0" y="109"/>
                </a:cubicBezTo>
                <a:cubicBezTo>
                  <a:pt x="0" y="181"/>
                  <a:pt x="70" y="216"/>
                  <a:pt x="157" y="216"/>
                </a:cubicBezTo>
                <a:cubicBezTo>
                  <a:pt x="254" y="216"/>
                  <a:pt x="301" y="163"/>
                  <a:pt x="301" y="117"/>
                </a:cubicBezTo>
                <a:cubicBezTo>
                  <a:pt x="301" y="93"/>
                  <a:pt x="289" y="84"/>
                  <a:pt x="269" y="84"/>
                </a:cubicBez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CC3BD6E1-0202-E94F-A4A6-F7053F23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17423" y="6288421"/>
            <a:ext cx="5762895" cy="2470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000" b="1" i="0" u="none" cap="none">
                <a:solidFill>
                  <a:schemeClr val="accent6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 b="0" i="0" u="none" cap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 b="0" i="0" u="none" cap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 b="0" i="0" u="none" cap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 b="0" i="0" u="none" cap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</a:pPr>
            <a:r>
              <a:rPr sz="800" b="1" i="0" u="non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GEM « </a:t>
            </a:r>
            <a:r>
              <a:rPr sz="800" b="1" i="0" u="non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We</a:t>
            </a:r>
            <a:r>
              <a:rPr sz="800" b="1" i="0" u="non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r>
              <a:rPr sz="800" b="1" i="0" u="non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energize</a:t>
            </a:r>
            <a:r>
              <a:rPr sz="800" b="1" i="0" u="non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 a </a:t>
            </a:r>
            <a:r>
              <a:rPr sz="800" b="1" i="0" u="non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sustainable</a:t>
            </a:r>
            <a:r>
              <a:rPr sz="800" b="1" i="0" u="non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 world, </a:t>
            </a:r>
            <a:r>
              <a:rPr sz="800" b="1" i="0" u="non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caring</a:t>
            </a:r>
            <a:r>
              <a:rPr sz="800" b="1" i="0" u="none" cap="none" spc="0">
                <a:ln>
                  <a:noFill/>
                </a:ln>
                <a:solidFill>
                  <a:schemeClr val="bg1"/>
                </a:solidFill>
                <a:latin typeface="Arial"/>
                <a:ea typeface="Arial"/>
                <a:cs typeface="Arial"/>
              </a:rPr>
              <a:t> about People, Profit and Planet »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</a:pPr>
            <a:endParaRPr sz="800" b="1" i="0" u="none" kern="0" cap="none" spc="0" baseline="0">
              <a:ln>
                <a:noFill/>
              </a:ln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" name="Graphique 4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dba3b9fc94d82">
            <a:extLst>
              <a:ext uri="{96DAC541-7B7A-43D3-8B79-37D633B846F1}">
                <asvg:svgBlip xmlns:asvg="http://schemas.microsoft.com/office/drawing/2016/SVG/main" r:embed="Ra8d22ffdb0ed431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382465" y="6356326"/>
            <a:ext cx="77407" cy="77407"/>
          </a:xfrm>
          <a:prstGeom xmlns:a="http://schemas.openxmlformats.org/drawingml/2006/main" prst="rect">
            <a:avLst/>
          </a:prstGeom>
        </p:spPr>
      </p:pic>
      <p:sp>
        <p:nvSpPr>
          <p:cNvPr id="48" name="Connecteur droit 47">
            <a:extLst xmlns:a="http://schemas.openxmlformats.org/drawingml/2006/main">
              <a:ext uri="{FF2B5EF4-FFF2-40B4-BE49-F238E27FC236}">
                <a16:creationId xmlns:a16="http://schemas.microsoft.com/office/drawing/2014/main" id="{D41F5BE1-D3EC-4C3E-B914-2EC15E0E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5671" y="6295073"/>
            <a:ext cx="0" cy="17797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gradFill rotWithShape="1">
              <a:gsLst>
                <a:gs pos="0">
                  <a:sysClr val="window" lastClr="FFFFFF">
                    <a:alpha val="0"/>
                  </a:sysClr>
                </a:gs>
                <a:gs pos="51000">
                  <a:schemeClr val="bg1"/>
                </a:gs>
                <a:gs pos="100000">
                  <a:sysClr val="window" lastClr="FFFFFF">
                    <a:alpha val="0"/>
                  </a:sysClr>
                </a:gs>
              </a:gsLst>
              <a:lin ang="5400000" scaled="1"/>
              <a:tileRect/>
            </a:gradFill>
            <a:prstDash val="solid"/>
          </a:ln>
        </p:spPr>
      </p:sp>
    </p:spTree>
  </p:cSld>
</p:sldLayout>
</file>

<file path=ppt/slideLayouts/slideLayout30.xml><?xml version="1.0" encoding="utf-8"?>
<p:sldLayout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texte 6">
            <a:extLst xmlns:a="http://schemas.openxmlformats.org/drawingml/2006/main">
              <a:ext uri="{FF2B5EF4-FFF2-40B4-BE49-F238E27FC236}">
                <a16:creationId xmlns:a16="http://schemas.microsoft.com/office/drawing/2014/main" id="{6F77CAC9-1C4F-A544-9BAC-643D9CE6594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68364" y="1103158"/>
            <a:ext cx="10455274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>
              <a:buNone/>
              <a:defRPr sz="1400" b="0" cap="all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9" name="Titre 1">
            <a:extLst xmlns:a="http://schemas.openxmlformats.org/drawingml/2006/main">
              <a:ext uri="{FF2B5EF4-FFF2-40B4-BE49-F238E27FC236}">
                <a16:creationId xmlns:a16="http://schemas.microsoft.com/office/drawing/2014/main" id="{6B44C223-5313-6945-8429-D151D0A7DBD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79652" y="776464"/>
            <a:ext cx="10455273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buNone/>
              <a:defRPr sz="2400" kern="0" spc="0">
                <a:ln>
                  <a:noFill/>
                </a:ln>
                <a:gradFill>
                  <a:gsLst>
                    <a:gs pos="0">
                      <a:srgbClr val="198ABB"/>
                    </a:gs>
                    <a:gs pos="100000">
                      <a:srgbClr val="3AD1B0"/>
                    </a:gs>
                  </a:gsLst>
                  <a:lin ang="2700000" scaled="1"/>
                </a:gradFill>
              </a:defRPr>
            </a:lvl1pPr>
          </a:lstStyle>
          <a:p xmlns:a="http://schemas.openxmlformats.org/drawingml/2006/main">
            <a:pPr marL="0" lvl="0" indent="0" defTabSz="914400">
              <a:buSzTx/>
              <a:buNone/>
            </a:pPr>
            <a:r>
              <a:t>TITLE</a:t>
            </a:r>
          </a:p>
        </p:txBody>
      </p:sp>
    </p:spTree>
  </p:cSld>
</p:sldLayout>
</file>

<file path=ppt/slideLayouts/slideLayout31.xml><?xml version="1.0" encoding="utf-8"?>
<p:sldLayout xmlns:p="http://schemas.openxmlformats.org/presentationml/2006/main" showMasterSp="0" userDrawn="1">
  <p:cSld name="Custom Layou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A494AB-3C5B-42CB-9652-110FFCA5E02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30414" y="2456811"/>
            <a:ext cx="3798145" cy="972189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lnSpc>
                <a:spcPct val="70000"/>
              </a:lnSpc>
              <a:buNone/>
              <a:defRPr sz="8000" cap="none" baseline="0"/>
            </a:lvl1pPr>
          </a:lstStyle>
          <a:p xmlns:a="http://schemas.openxmlformats.org/drawingml/2006/main">
            <a:r>
              <a:t>Title</a:t>
            </a:r>
            <a:endParaRPr/>
          </a:p>
        </p:txBody>
      </p:sp>
      <p:sp>
        <p:nvSpPr>
          <p:cNvPr id="7" name="Connecteur droit 15">
            <a:extLst xmlns:a="http://schemas.openxmlformats.org/drawingml/2006/main">
              <a:ext uri="{FF2B5EF4-FFF2-40B4-BE49-F238E27FC236}">
                <a16:creationId xmlns:a16="http://schemas.microsoft.com/office/drawing/2014/main" id="{1E9CF7AE-45E0-4F12-805D-CCBE456C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8476" y="4990192"/>
            <a:ext cx="339272" cy="0"/>
          </a:xfrm>
          <a:prstGeom xmlns:a="http://schemas.openxmlformats.org/drawingml/2006/main" prst="line">
            <a:avLst/>
          </a:prstGeom>
          <a:ln xmlns:a="http://schemas.openxmlformats.org/drawingml/2006/main" w="635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159400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Connecteur droit 17">
            <a:extLst xmlns:a="http://schemas.openxmlformats.org/drawingml/2006/main">
              <a:ext uri="{FF2B5EF4-FFF2-40B4-BE49-F238E27FC236}">
                <a16:creationId xmlns:a16="http://schemas.microsoft.com/office/drawing/2014/main" id="{2563ACA1-4780-48E2-ABF7-5DF8E17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1226" y="4990192"/>
            <a:ext cx="339272" cy="0"/>
          </a:xfrm>
          <a:prstGeom xmlns:a="http://schemas.openxmlformats.org/drawingml/2006/main" prst="line">
            <a:avLst/>
          </a:prstGeom>
          <a:ln xmlns:a="http://schemas.openxmlformats.org/drawingml/2006/main" w="635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159400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2CD743A0-02A7-4188-B456-6D8CA022131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437788" y="4508434"/>
            <a:ext cx="1383396" cy="9144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Font typeface="Arial"/>
              <a:buNone/>
              <a:defRPr sz="6600" b="1" i="0" u="none" kern="1200" cap="none" spc="-300" baseline="0">
                <a:ln>
                  <a:noFill/>
                </a:ln>
                <a:gradFill>
                  <a:gsLst>
                    <a:gs pos="100000">
                      <a:srgbClr val="3BD3AD"/>
                    </a:gs>
                    <a:gs pos="0">
                      <a:srgbClr val="35BBFA"/>
                    </a:gs>
                  </a:gsLst>
                  <a:lin ang="2700000" scaled="1"/>
                </a:gra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  <p:sp>
        <p:nvSpPr>
          <p:cNvPr id="15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35640EDC-153F-4790-B87E-441B73B8A80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" y="0"/>
            <a:ext cx="609523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Freeform 5">
            <a:extLst xmlns:a="http://schemas.openxmlformats.org/drawingml/2006/main">
              <a:ext uri="{FF2B5EF4-FFF2-40B4-BE49-F238E27FC236}">
                <a16:creationId xmlns:a16="http://schemas.microsoft.com/office/drawing/2014/main" id="{36069AAA-4592-4F47-88E4-BC96C90D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60286" y="6282743"/>
            <a:ext cx="422484" cy="61098"/>
          </a:xfrm>
          <a:custGeom xmlns:a="http://schemas.openxmlformats.org/drawingml/2006/main">
            <a:gdLst>
              <a:gd name="T0" fmla="*/ 1276 w 1276"/>
              <a:gd name="T1" fmla="*/ 183 h 183"/>
              <a:gd name="T2" fmla="*/ 638 w 1276"/>
              <a:gd name="T3" fmla="*/ 0 h 183"/>
              <a:gd name="T4" fmla="*/ 0 w 1276"/>
              <a:gd name="T5" fmla="*/ 183 h 183"/>
              <a:gd name="T6" fmla="*/ 638 w 1276"/>
              <a:gd name="T7" fmla="*/ 92 h 183"/>
              <a:gd name="T8" fmla="*/ 1276 w 1276"/>
              <a:gd name="T9" fmla="*/ 183 h 183"/>
            </a:gdLst>
            <a:rect l="0" t="0" r="r" b="b"/>
            <a:pathLst>
              <a:path w="1276" h="183">
                <a:moveTo>
                  <a:pt x="1276" y="183"/>
                </a:moveTo>
                <a:cubicBezTo>
                  <a:pt x="1105" y="69"/>
                  <a:pt x="882" y="0"/>
                  <a:pt x="638" y="0"/>
                </a:cubicBezTo>
                <a:cubicBezTo>
                  <a:pt x="394" y="0"/>
                  <a:pt x="171" y="69"/>
                  <a:pt x="0" y="183"/>
                </a:cubicBezTo>
                <a:cubicBezTo>
                  <a:pt x="170" y="127"/>
                  <a:pt x="369" y="92"/>
                  <a:pt x="638" y="92"/>
                </a:cubicBezTo>
                <a:cubicBezTo>
                  <a:pt x="907" y="92"/>
                  <a:pt x="1106" y="127"/>
                  <a:pt x="1276" y="183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Freeform 6">
            <a:extLst xmlns:a="http://schemas.openxmlformats.org/drawingml/2006/main">
              <a:ext uri="{FF2B5EF4-FFF2-40B4-BE49-F238E27FC236}">
                <a16:creationId xmlns:a16="http://schemas.microsoft.com/office/drawing/2014/main" id="{BAFEBA18-075A-452F-9DDB-D31F2DCE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62348" y="6363803"/>
            <a:ext cx="82969" cy="69256"/>
          </a:xfrm>
          <a:custGeom xmlns:a="http://schemas.openxmlformats.org/drawingml/2006/main">
            <a:gdLst>
              <a:gd name="T0" fmla="*/ 232 w 251"/>
              <a:gd name="T1" fmla="*/ 0 h 208"/>
              <a:gd name="T2" fmla="*/ 211 w 251"/>
              <a:gd name="T3" fmla="*/ 22 h 208"/>
              <a:gd name="T4" fmla="*/ 201 w 251"/>
              <a:gd name="T5" fmla="*/ 96 h 208"/>
              <a:gd name="T6" fmla="*/ 192 w 251"/>
              <a:gd name="T7" fmla="*/ 114 h 208"/>
              <a:gd name="T8" fmla="*/ 169 w 251"/>
              <a:gd name="T9" fmla="*/ 106 h 208"/>
              <a:gd name="T10" fmla="*/ 54 w 251"/>
              <a:gd name="T11" fmla="*/ 8 h 208"/>
              <a:gd name="T12" fmla="*/ 32 w 251"/>
              <a:gd name="T13" fmla="*/ 0 h 208"/>
              <a:gd name="T14" fmla="*/ 0 w 251"/>
              <a:gd name="T15" fmla="*/ 35 h 208"/>
              <a:gd name="T16" fmla="*/ 0 w 251"/>
              <a:gd name="T17" fmla="*/ 188 h 208"/>
              <a:gd name="T18" fmla="*/ 19 w 251"/>
              <a:gd name="T19" fmla="*/ 208 h 208"/>
              <a:gd name="T20" fmla="*/ 39 w 251"/>
              <a:gd name="T21" fmla="*/ 189 h 208"/>
              <a:gd name="T22" fmla="*/ 52 w 251"/>
              <a:gd name="T23" fmla="*/ 108 h 208"/>
              <a:gd name="T24" fmla="*/ 64 w 251"/>
              <a:gd name="T25" fmla="*/ 88 h 208"/>
              <a:gd name="T26" fmla="*/ 92 w 251"/>
              <a:gd name="T27" fmla="*/ 101 h 208"/>
              <a:gd name="T28" fmla="*/ 201 w 251"/>
              <a:gd name="T29" fmla="*/ 199 h 208"/>
              <a:gd name="T30" fmla="*/ 224 w 251"/>
              <a:gd name="T31" fmla="*/ 208 h 208"/>
              <a:gd name="T32" fmla="*/ 251 w 251"/>
              <a:gd name="T33" fmla="*/ 175 h 208"/>
              <a:gd name="T34" fmla="*/ 251 w 251"/>
              <a:gd name="T35" fmla="*/ 22 h 208"/>
              <a:gd name="T36" fmla="*/ 232 w 251"/>
              <a:gd name="T37" fmla="*/ 0 h 208"/>
            </a:gdLst>
            <a:rect l="0" t="0" r="r" b="b"/>
            <a:pathLst>
              <a:path w="251" h="208">
                <a:moveTo>
                  <a:pt x="232" y="0"/>
                </a:moveTo>
                <a:cubicBezTo>
                  <a:pt x="219" y="0"/>
                  <a:pt x="213" y="10"/>
                  <a:pt x="211" y="22"/>
                </a:cubicBezTo>
                <a:cubicBezTo>
                  <a:pt x="209" y="36"/>
                  <a:pt x="202" y="84"/>
                  <a:pt x="201" y="96"/>
                </a:cubicBezTo>
                <a:cubicBezTo>
                  <a:pt x="200" y="103"/>
                  <a:pt x="199" y="111"/>
                  <a:pt x="192" y="114"/>
                </a:cubicBezTo>
                <a:cubicBezTo>
                  <a:pt x="185" y="117"/>
                  <a:pt x="176" y="112"/>
                  <a:pt x="169" y="106"/>
                </a:cubicBezTo>
                <a:cubicBezTo>
                  <a:pt x="162" y="100"/>
                  <a:pt x="54" y="8"/>
                  <a:pt x="54" y="8"/>
                </a:cubicBezTo>
                <a:cubicBezTo>
                  <a:pt x="48" y="2"/>
                  <a:pt x="40" y="0"/>
                  <a:pt x="32" y="0"/>
                </a:cubicBezTo>
                <a:cubicBezTo>
                  <a:pt x="16" y="0"/>
                  <a:pt x="0" y="10"/>
                  <a:pt x="0" y="35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200"/>
                  <a:pt x="9" y="208"/>
                  <a:pt x="19" y="208"/>
                </a:cubicBezTo>
                <a:cubicBezTo>
                  <a:pt x="30" y="208"/>
                  <a:pt x="37" y="200"/>
                  <a:pt x="39" y="189"/>
                </a:cubicBezTo>
                <a:cubicBezTo>
                  <a:pt x="39" y="189"/>
                  <a:pt x="51" y="116"/>
                  <a:pt x="52" y="108"/>
                </a:cubicBezTo>
                <a:cubicBezTo>
                  <a:pt x="54" y="99"/>
                  <a:pt x="55" y="91"/>
                  <a:pt x="64" y="88"/>
                </a:cubicBezTo>
                <a:cubicBezTo>
                  <a:pt x="73" y="86"/>
                  <a:pt x="81" y="91"/>
                  <a:pt x="92" y="101"/>
                </a:cubicBezTo>
                <a:cubicBezTo>
                  <a:pt x="104" y="111"/>
                  <a:pt x="201" y="199"/>
                  <a:pt x="201" y="199"/>
                </a:cubicBezTo>
                <a:cubicBezTo>
                  <a:pt x="208" y="205"/>
                  <a:pt x="214" y="208"/>
                  <a:pt x="224" y="208"/>
                </a:cubicBezTo>
                <a:cubicBezTo>
                  <a:pt x="234" y="208"/>
                  <a:pt x="251" y="204"/>
                  <a:pt x="251" y="175"/>
                </a:cubicBezTo>
                <a:cubicBezTo>
                  <a:pt x="251" y="22"/>
                  <a:pt x="251" y="22"/>
                  <a:pt x="251" y="22"/>
                </a:cubicBezTo>
                <a:cubicBezTo>
                  <a:pt x="251" y="8"/>
                  <a:pt x="243" y="0"/>
                  <a:pt x="232" y="0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reeform 7">
            <a:extLst xmlns:a="http://schemas.openxmlformats.org/drawingml/2006/main">
              <a:ext uri="{FF2B5EF4-FFF2-40B4-BE49-F238E27FC236}">
                <a16:creationId xmlns:a16="http://schemas.microsoft.com/office/drawing/2014/main" id="{6FB67E7A-D422-49E4-8819-FD565F1C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89733" y="6362067"/>
            <a:ext cx="89044" cy="78976"/>
          </a:xfrm>
          <a:custGeom xmlns:a="http://schemas.openxmlformats.org/drawingml/2006/main">
            <a:gdLst>
              <a:gd name="T0" fmla="*/ 241 w 269"/>
              <a:gd name="T1" fmla="*/ 168 h 237"/>
              <a:gd name="T2" fmla="*/ 59 w 269"/>
              <a:gd name="T3" fmla="*/ 107 h 237"/>
              <a:gd name="T4" fmla="*/ 134 w 269"/>
              <a:gd name="T5" fmla="*/ 41 h 237"/>
              <a:gd name="T6" fmla="*/ 210 w 269"/>
              <a:gd name="T7" fmla="*/ 60 h 237"/>
              <a:gd name="T8" fmla="*/ 199 w 269"/>
              <a:gd name="T9" fmla="*/ 82 h 237"/>
              <a:gd name="T10" fmla="*/ 129 w 269"/>
              <a:gd name="T11" fmla="*/ 85 h 237"/>
              <a:gd name="T12" fmla="*/ 108 w 269"/>
              <a:gd name="T13" fmla="*/ 103 h 237"/>
              <a:gd name="T14" fmla="*/ 130 w 269"/>
              <a:gd name="T15" fmla="*/ 120 h 237"/>
              <a:gd name="T16" fmla="*/ 241 w 269"/>
              <a:gd name="T17" fmla="*/ 121 h 237"/>
              <a:gd name="T18" fmla="*/ 269 w 269"/>
              <a:gd name="T19" fmla="*/ 88 h 237"/>
              <a:gd name="T20" fmla="*/ 145 w 269"/>
              <a:gd name="T21" fmla="*/ 0 h 237"/>
              <a:gd name="T22" fmla="*/ 0 w 269"/>
              <a:gd name="T23" fmla="*/ 110 h 237"/>
              <a:gd name="T24" fmla="*/ 248 w 269"/>
              <a:gd name="T25" fmla="*/ 201 h 237"/>
              <a:gd name="T26" fmla="*/ 264 w 269"/>
              <a:gd name="T27" fmla="*/ 179 h 237"/>
              <a:gd name="T28" fmla="*/ 241 w 269"/>
              <a:gd name="T29" fmla="*/ 168 h 237"/>
            </a:gdLst>
            <a:rect l="0" t="0" r="r" b="b"/>
            <a:pathLst>
              <a:path w="269" h="237">
                <a:moveTo>
                  <a:pt x="241" y="168"/>
                </a:moveTo>
                <a:cubicBezTo>
                  <a:pt x="156" y="187"/>
                  <a:pt x="59" y="167"/>
                  <a:pt x="59" y="107"/>
                </a:cubicBezTo>
                <a:cubicBezTo>
                  <a:pt x="59" y="62"/>
                  <a:pt x="101" y="43"/>
                  <a:pt x="134" y="41"/>
                </a:cubicBezTo>
                <a:cubicBezTo>
                  <a:pt x="169" y="38"/>
                  <a:pt x="196" y="45"/>
                  <a:pt x="210" y="60"/>
                </a:cubicBezTo>
                <a:cubicBezTo>
                  <a:pt x="219" y="69"/>
                  <a:pt x="217" y="81"/>
                  <a:pt x="199" y="82"/>
                </a:cubicBezTo>
                <a:cubicBezTo>
                  <a:pt x="184" y="83"/>
                  <a:pt x="154" y="84"/>
                  <a:pt x="129" y="85"/>
                </a:cubicBezTo>
                <a:cubicBezTo>
                  <a:pt x="115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69" y="110"/>
                  <a:pt x="269" y="88"/>
                </a:cubicBezTo>
                <a:cubicBezTo>
                  <a:pt x="269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7" y="197"/>
                  <a:pt x="266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reeform 8">
            <a:extLst xmlns:a="http://schemas.openxmlformats.org/drawingml/2006/main">
              <a:ext uri="{FF2B5EF4-FFF2-40B4-BE49-F238E27FC236}">
                <a16:creationId xmlns:a16="http://schemas.microsoft.com/office/drawing/2014/main" id="{CB0A375E-EA1A-40E7-8B07-B165DD52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63931" y="6362067"/>
            <a:ext cx="89391" cy="78976"/>
          </a:xfrm>
          <a:custGeom xmlns:a="http://schemas.openxmlformats.org/drawingml/2006/main">
            <a:gdLst>
              <a:gd name="T0" fmla="*/ 241 w 270"/>
              <a:gd name="T1" fmla="*/ 168 h 237"/>
              <a:gd name="T2" fmla="*/ 59 w 270"/>
              <a:gd name="T3" fmla="*/ 107 h 237"/>
              <a:gd name="T4" fmla="*/ 135 w 270"/>
              <a:gd name="T5" fmla="*/ 41 h 237"/>
              <a:gd name="T6" fmla="*/ 211 w 270"/>
              <a:gd name="T7" fmla="*/ 60 h 237"/>
              <a:gd name="T8" fmla="*/ 200 w 270"/>
              <a:gd name="T9" fmla="*/ 82 h 237"/>
              <a:gd name="T10" fmla="*/ 130 w 270"/>
              <a:gd name="T11" fmla="*/ 85 h 237"/>
              <a:gd name="T12" fmla="*/ 108 w 270"/>
              <a:gd name="T13" fmla="*/ 103 h 237"/>
              <a:gd name="T14" fmla="*/ 130 w 270"/>
              <a:gd name="T15" fmla="*/ 120 h 237"/>
              <a:gd name="T16" fmla="*/ 241 w 270"/>
              <a:gd name="T17" fmla="*/ 121 h 237"/>
              <a:gd name="T18" fmla="*/ 270 w 270"/>
              <a:gd name="T19" fmla="*/ 88 h 237"/>
              <a:gd name="T20" fmla="*/ 145 w 270"/>
              <a:gd name="T21" fmla="*/ 0 h 237"/>
              <a:gd name="T22" fmla="*/ 0 w 270"/>
              <a:gd name="T23" fmla="*/ 110 h 237"/>
              <a:gd name="T24" fmla="*/ 248 w 270"/>
              <a:gd name="T25" fmla="*/ 201 h 237"/>
              <a:gd name="T26" fmla="*/ 264 w 270"/>
              <a:gd name="T27" fmla="*/ 179 h 237"/>
              <a:gd name="T28" fmla="*/ 241 w 270"/>
              <a:gd name="T29" fmla="*/ 168 h 237"/>
            </a:gdLst>
            <a:rect l="0" t="0" r="r" b="b"/>
            <a:pathLst>
              <a:path w="270" h="237">
                <a:moveTo>
                  <a:pt x="241" y="168"/>
                </a:moveTo>
                <a:cubicBezTo>
                  <a:pt x="157" y="187"/>
                  <a:pt x="59" y="167"/>
                  <a:pt x="59" y="107"/>
                </a:cubicBezTo>
                <a:cubicBezTo>
                  <a:pt x="59" y="62"/>
                  <a:pt x="102" y="43"/>
                  <a:pt x="135" y="41"/>
                </a:cubicBezTo>
                <a:cubicBezTo>
                  <a:pt x="169" y="38"/>
                  <a:pt x="197" y="45"/>
                  <a:pt x="211" y="60"/>
                </a:cubicBezTo>
                <a:cubicBezTo>
                  <a:pt x="219" y="69"/>
                  <a:pt x="217" y="81"/>
                  <a:pt x="200" y="82"/>
                </a:cubicBezTo>
                <a:cubicBezTo>
                  <a:pt x="184" y="83"/>
                  <a:pt x="154" y="84"/>
                  <a:pt x="130" y="85"/>
                </a:cubicBezTo>
                <a:cubicBezTo>
                  <a:pt x="116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70" y="110"/>
                  <a:pt x="270" y="88"/>
                </a:cubicBezTo>
                <a:cubicBezTo>
                  <a:pt x="270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8" y="197"/>
                  <a:pt x="267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reeform 9">
            <a:extLst xmlns:a="http://schemas.openxmlformats.org/drawingml/2006/main">
              <a:ext uri="{FF2B5EF4-FFF2-40B4-BE49-F238E27FC236}">
                <a16:creationId xmlns:a16="http://schemas.microsoft.com/office/drawing/2014/main" id="{5680FA9D-4886-4971-8BE6-F61B15E7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1267" y="6382723"/>
            <a:ext cx="20481" cy="50336"/>
          </a:xfrm>
          <a:custGeom xmlns:a="http://schemas.openxmlformats.org/drawingml/2006/main">
            <a:gdLst>
              <a:gd name="T0" fmla="*/ 0 w 62"/>
              <a:gd name="T1" fmla="*/ 13 h 151"/>
              <a:gd name="T2" fmla="*/ 8 w 62"/>
              <a:gd name="T3" fmla="*/ 125 h 151"/>
              <a:gd name="T4" fmla="*/ 31 w 62"/>
              <a:gd name="T5" fmla="*/ 151 h 151"/>
              <a:gd name="T6" fmla="*/ 53 w 62"/>
              <a:gd name="T7" fmla="*/ 125 h 151"/>
              <a:gd name="T8" fmla="*/ 62 w 62"/>
              <a:gd name="T9" fmla="*/ 4 h 151"/>
              <a:gd name="T10" fmla="*/ 58 w 62"/>
              <a:gd name="T11" fmla="*/ 1 h 151"/>
              <a:gd name="T12" fmla="*/ 3 w 62"/>
              <a:gd name="T13" fmla="*/ 10 h 151"/>
              <a:gd name="T14" fmla="*/ 0 w 62"/>
              <a:gd name="T15" fmla="*/ 13 h 151"/>
            </a:gdLst>
            <a:rect l="0" t="0" r="r" b="b"/>
            <a:pathLst>
              <a:path w="62" h="151">
                <a:moveTo>
                  <a:pt x="0" y="13"/>
                </a:moveTo>
                <a:cubicBezTo>
                  <a:pt x="2" y="66"/>
                  <a:pt x="7" y="110"/>
                  <a:pt x="8" y="125"/>
                </a:cubicBezTo>
                <a:cubicBezTo>
                  <a:pt x="10" y="145"/>
                  <a:pt x="20" y="151"/>
                  <a:pt x="31" y="151"/>
                </a:cubicBezTo>
                <a:cubicBezTo>
                  <a:pt x="41" y="151"/>
                  <a:pt x="51" y="145"/>
                  <a:pt x="53" y="125"/>
                </a:cubicBezTo>
                <a:cubicBezTo>
                  <a:pt x="54" y="108"/>
                  <a:pt x="59" y="56"/>
                  <a:pt x="62" y="4"/>
                </a:cubicBezTo>
                <a:cubicBezTo>
                  <a:pt x="62" y="1"/>
                  <a:pt x="60" y="0"/>
                  <a:pt x="58" y="1"/>
                </a:cubicBezTo>
                <a:cubicBezTo>
                  <a:pt x="3" y="10"/>
                  <a:pt x="3" y="10"/>
                  <a:pt x="3" y="10"/>
                </a:cubicBezTo>
                <a:cubicBezTo>
                  <a:pt x="1" y="10"/>
                  <a:pt x="0" y="11"/>
                  <a:pt x="0" y="13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874813B-856F-40F6-A824-70BE472F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0572" y="6362067"/>
            <a:ext cx="21870" cy="17357"/>
          </a:xfrm>
          <a:custGeom xmlns:a="http://schemas.openxmlformats.org/drawingml/2006/main">
            <a:gdLst>
              <a:gd name="T0" fmla="*/ 33 w 66"/>
              <a:gd name="T1" fmla="*/ 0 h 52"/>
              <a:gd name="T2" fmla="*/ 0 w 66"/>
              <a:gd name="T3" fmla="*/ 32 h 52"/>
              <a:gd name="T4" fmla="*/ 1 w 66"/>
              <a:gd name="T5" fmla="*/ 48 h 52"/>
              <a:gd name="T6" fmla="*/ 5 w 66"/>
              <a:gd name="T7" fmla="*/ 51 h 52"/>
              <a:gd name="T8" fmla="*/ 62 w 66"/>
              <a:gd name="T9" fmla="*/ 42 h 52"/>
              <a:gd name="T10" fmla="*/ 65 w 66"/>
              <a:gd name="T11" fmla="*/ 39 h 52"/>
              <a:gd name="T12" fmla="*/ 65 w 66"/>
              <a:gd name="T13" fmla="*/ 32 h 52"/>
              <a:gd name="T14" fmla="*/ 33 w 66"/>
              <a:gd name="T15" fmla="*/ 0 h 52"/>
            </a:gdLst>
            <a:rect l="0" t="0" r="r" b="b"/>
            <a:pathLst>
              <a:path w="66" h="52">
                <a:moveTo>
                  <a:pt x="33" y="0"/>
                </a:moveTo>
                <a:cubicBezTo>
                  <a:pt x="7" y="0"/>
                  <a:pt x="0" y="20"/>
                  <a:pt x="0" y="32"/>
                </a:cubicBezTo>
                <a:cubicBezTo>
                  <a:pt x="0" y="34"/>
                  <a:pt x="1" y="40"/>
                  <a:pt x="1" y="48"/>
                </a:cubicBezTo>
                <a:cubicBezTo>
                  <a:pt x="1" y="50"/>
                  <a:pt x="3" y="52"/>
                  <a:pt x="5" y="51"/>
                </a:cubicBezTo>
                <a:cubicBezTo>
                  <a:pt x="62" y="42"/>
                  <a:pt x="62" y="42"/>
                  <a:pt x="62" y="42"/>
                </a:cubicBezTo>
                <a:cubicBezTo>
                  <a:pt x="64" y="42"/>
                  <a:pt x="65" y="40"/>
                  <a:pt x="65" y="39"/>
                </a:cubicBezTo>
                <a:cubicBezTo>
                  <a:pt x="65" y="36"/>
                  <a:pt x="65" y="33"/>
                  <a:pt x="65" y="32"/>
                </a:cubicBezTo>
                <a:cubicBezTo>
                  <a:pt x="66" y="20"/>
                  <a:pt x="58" y="0"/>
                  <a:pt x="33" y="0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7F9A35E-05D7-4D47-AEEB-4179C9D7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54344" y="6362067"/>
            <a:ext cx="99632" cy="72033"/>
          </a:xfrm>
          <a:custGeom xmlns:a="http://schemas.openxmlformats.org/drawingml/2006/main">
            <a:gdLst>
              <a:gd name="T0" fmla="*/ 269 w 301"/>
              <a:gd name="T1" fmla="*/ 84 h 216"/>
              <a:gd name="T2" fmla="*/ 153 w 301"/>
              <a:gd name="T3" fmla="*/ 85 h 216"/>
              <a:gd name="T4" fmla="*/ 130 w 301"/>
              <a:gd name="T5" fmla="*/ 103 h 216"/>
              <a:gd name="T6" fmla="*/ 152 w 301"/>
              <a:gd name="T7" fmla="*/ 120 h 216"/>
              <a:gd name="T8" fmla="*/ 227 w 301"/>
              <a:gd name="T9" fmla="*/ 124 h 216"/>
              <a:gd name="T10" fmla="*/ 241 w 301"/>
              <a:gd name="T11" fmla="*/ 145 h 216"/>
              <a:gd name="T12" fmla="*/ 157 w 301"/>
              <a:gd name="T13" fmla="*/ 175 h 216"/>
              <a:gd name="T14" fmla="*/ 60 w 301"/>
              <a:gd name="T15" fmla="*/ 107 h 216"/>
              <a:gd name="T16" fmla="*/ 233 w 301"/>
              <a:gd name="T17" fmla="*/ 43 h 216"/>
              <a:gd name="T18" fmla="*/ 258 w 301"/>
              <a:gd name="T19" fmla="*/ 32 h 216"/>
              <a:gd name="T20" fmla="*/ 239 w 301"/>
              <a:gd name="T21" fmla="*/ 9 h 216"/>
              <a:gd name="T22" fmla="*/ 158 w 301"/>
              <a:gd name="T23" fmla="*/ 0 h 216"/>
              <a:gd name="T24" fmla="*/ 0 w 301"/>
              <a:gd name="T25" fmla="*/ 109 h 216"/>
              <a:gd name="T26" fmla="*/ 157 w 301"/>
              <a:gd name="T27" fmla="*/ 216 h 216"/>
              <a:gd name="T28" fmla="*/ 301 w 301"/>
              <a:gd name="T29" fmla="*/ 117 h 216"/>
              <a:gd name="T30" fmla="*/ 269 w 301"/>
              <a:gd name="T31" fmla="*/ 84 h 216"/>
            </a:gdLst>
            <a:rect l="0" t="0" r="r" b="b"/>
            <a:pathLst>
              <a:path w="301" h="216">
                <a:moveTo>
                  <a:pt x="269" y="84"/>
                </a:moveTo>
                <a:cubicBezTo>
                  <a:pt x="250" y="84"/>
                  <a:pt x="191" y="85"/>
                  <a:pt x="153" y="85"/>
                </a:cubicBezTo>
                <a:cubicBezTo>
                  <a:pt x="134" y="85"/>
                  <a:pt x="130" y="95"/>
                  <a:pt x="130" y="103"/>
                </a:cubicBezTo>
                <a:cubicBezTo>
                  <a:pt x="130" y="110"/>
                  <a:pt x="135" y="119"/>
                  <a:pt x="152" y="120"/>
                </a:cubicBezTo>
                <a:cubicBezTo>
                  <a:pt x="178" y="121"/>
                  <a:pt x="211" y="123"/>
                  <a:pt x="227" y="124"/>
                </a:cubicBezTo>
                <a:cubicBezTo>
                  <a:pt x="247" y="125"/>
                  <a:pt x="248" y="135"/>
                  <a:pt x="241" y="145"/>
                </a:cubicBezTo>
                <a:cubicBezTo>
                  <a:pt x="227" y="163"/>
                  <a:pt x="192" y="175"/>
                  <a:pt x="157" y="175"/>
                </a:cubicBezTo>
                <a:cubicBezTo>
                  <a:pt x="111" y="175"/>
                  <a:pt x="60" y="148"/>
                  <a:pt x="60" y="107"/>
                </a:cubicBezTo>
                <a:cubicBezTo>
                  <a:pt x="60" y="68"/>
                  <a:pt x="103" y="24"/>
                  <a:pt x="233" y="43"/>
                </a:cubicBezTo>
                <a:cubicBezTo>
                  <a:pt x="244" y="44"/>
                  <a:pt x="256" y="42"/>
                  <a:pt x="258" y="32"/>
                </a:cubicBezTo>
                <a:cubicBezTo>
                  <a:pt x="261" y="20"/>
                  <a:pt x="254" y="13"/>
                  <a:pt x="239" y="9"/>
                </a:cubicBezTo>
                <a:cubicBezTo>
                  <a:pt x="210" y="2"/>
                  <a:pt x="183" y="0"/>
                  <a:pt x="158" y="0"/>
                </a:cubicBezTo>
                <a:cubicBezTo>
                  <a:pt x="70" y="0"/>
                  <a:pt x="0" y="41"/>
                  <a:pt x="0" y="109"/>
                </a:cubicBezTo>
                <a:cubicBezTo>
                  <a:pt x="0" y="181"/>
                  <a:pt x="70" y="216"/>
                  <a:pt x="157" y="216"/>
                </a:cubicBezTo>
                <a:cubicBezTo>
                  <a:pt x="254" y="216"/>
                  <a:pt x="301" y="163"/>
                  <a:pt x="301" y="117"/>
                </a:cubicBezTo>
                <a:cubicBezTo>
                  <a:pt x="301" y="93"/>
                  <a:pt x="289" y="84"/>
                  <a:pt x="269" y="84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userDrawn="1">
  <p:cSld name="Titre et contenu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6114DAA1-7043-4FC2-9BF0-5D7C5F0DAB83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 marL="0" indent="0">
              <a:buFontTx/>
              <a:buNone/>
              <a:defRPr sz="2000"/>
            </a:lvl1pPr>
            <a:lvl2pPr marL="216000" indent="-216000">
              <a:buClr>
                <a:schemeClr val="accent1"/>
              </a:buClr>
              <a:buSzPct val="70000"/>
              <a:buFont typeface="Wingdings"/>
              <a:buChar char=""/>
              <a:defRPr sz="1800"/>
            </a:lvl2pPr>
            <a:lvl3pPr>
              <a:buNone/>
              <a:defRPr sz="1600"/>
            </a:lvl3pPr>
            <a:lvl4pPr>
              <a:buNone/>
              <a:defRPr sz="1400" baseline="0"/>
            </a:lvl4pPr>
            <a:lvl5pPr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Texte de niveau 1</a:t>
            </a:r>
          </a:p>
          <a:p xmlns:a="http://schemas.openxmlformats.org/drawingml/2006/main">
            <a:pPr lvl="1">
              <a:buNone/>
            </a:pPr>
            <a:r>
              <a:t>Texte de niveau 2</a:t>
            </a:r>
          </a:p>
        </p:txBody>
      </p:sp>
      <p:sp>
        <p:nvSpPr>
          <p:cNvPr id="5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005F09CE-46D8-4064-8266-96898EDB9CA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36034" y="333375"/>
            <a:ext cx="11319933" cy="899381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FontTx/>
              <a:buNone/>
              <a:defRPr sz="2300" b="1">
                <a:solidFill>
                  <a:schemeClr val="accent1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FontTx/>
              <a:buNone/>
              <a:defRPr sz="2000">
                <a:solidFill>
                  <a:schemeClr val="accent1"/>
                </a:solidFill>
              </a:defRPr>
            </a:lvl2pPr>
          </a:lstStyle>
          <a:p xmlns:a="http://schemas.openxmlformats.org/drawingml/2006/main">
            <a:pPr lvl="0">
              <a:buNone/>
            </a:pPr>
            <a:r>
              <a:t>TITRE</a:t>
            </a:r>
          </a:p>
          <a:p xmlns:a="http://schemas.openxmlformats.org/drawingml/2006/main">
            <a:pPr lvl="1">
              <a:buNone/>
            </a:pPr>
            <a:r>
              <a:t>Sous-titre</a:t>
            </a:r>
          </a:p>
        </p:txBody>
      </p:sp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35478F3E-ADDA-44CA-976D-3D08FAF730AE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D7AEB94C-2E01-B241-9301-190E8FE9A359}" type="datetime1">
              <a:t>9/1/2026</a:t>
            </a:fld>
            <a:endParaRPr/>
          </a:p>
        </p:txBody>
      </p:sp>
      <p:sp>
        <p:nvSpPr>
          <p:cNvPr id="4" name="Espace réservé du pied de page 3">
            <a:extLst xmlns:a="http://schemas.openxmlformats.org/drawingml/2006/main">
              <a:ext uri="{FF2B5EF4-FFF2-40B4-BE49-F238E27FC236}">
                <a16:creationId xmlns:a16="http://schemas.microsoft.com/office/drawing/2014/main" id="{FD876D11-389C-449B-8700-ABEB2AF764E0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endParaRPr/>
          </a:p>
        </p:txBody>
      </p:sp>
      <p:sp>
        <p:nvSpPr>
          <p:cNvPr id="6" name="Espace réservé du numéro de diapositive 5">
            <a:extLst xmlns:a="http://schemas.openxmlformats.org/drawingml/2006/main">
              <a:ext uri="{FF2B5EF4-FFF2-40B4-BE49-F238E27FC236}">
                <a16:creationId xmlns:a16="http://schemas.microsoft.com/office/drawing/2014/main" id="{36B74276-6E27-47B5-B002-B1BCC3237D3A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3122C9-A0B9-462F-8757-0847AD287B63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preserve="1" userDrawn="1">
  <p:cSld name="1_Disposition personnalisé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space réservé du texte 6">
            <a:extLst xmlns:a="http://schemas.openxmlformats.org/drawingml/2006/main">
              <a:ext uri="{FF2B5EF4-FFF2-40B4-BE49-F238E27FC236}">
                <a16:creationId xmlns:a16="http://schemas.microsoft.com/office/drawing/2014/main" id="{6F77CAC9-1C4F-A544-9BAC-643D9CE6594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68364" y="1103158"/>
            <a:ext cx="10455274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>
            <a:lvl1pPr>
              <a:buNone/>
              <a:defRPr sz="1400" b="0" cap="all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9" name="Titre 1">
            <a:extLst xmlns:a="http://schemas.openxmlformats.org/drawingml/2006/main">
              <a:ext uri="{FF2B5EF4-FFF2-40B4-BE49-F238E27FC236}">
                <a16:creationId xmlns:a16="http://schemas.microsoft.com/office/drawing/2014/main" id="{6B44C223-5313-6945-8429-D151D0A7DBD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79652" y="776464"/>
            <a:ext cx="10455273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spAutoFit/>
          </a:bodyPr>
          <a:lstStyle xmlns:a="http://schemas.openxmlformats.org/drawingml/2006/main">
            <a:lvl1pPr>
              <a:buNone/>
              <a:defRPr sz="2400" kern="0" spc="0">
                <a:ln>
                  <a:noFill/>
                </a:ln>
                <a:gradFill>
                  <a:gsLst>
                    <a:gs pos="0">
                      <a:srgbClr val="198ABB"/>
                    </a:gs>
                    <a:gs pos="100000">
                      <a:srgbClr val="3AD1B0"/>
                    </a:gs>
                  </a:gsLst>
                  <a:lin ang="2700000" scaled="1"/>
                </a:gradFill>
              </a:defRPr>
            </a:lvl1pPr>
          </a:lstStyle>
          <a:p xmlns:a="http://schemas.openxmlformats.org/drawingml/2006/main">
            <a:pPr marL="0" lvl="0" indent="0" defTabSz="914400">
              <a:buSzTx/>
              <a:buNone/>
            </a:pPr>
            <a:r>
              <a:t>TITLE</a:t>
            </a:r>
          </a:p>
        </p:txBody>
      </p:sp>
    </p:spTree>
  </p:cSld>
</p:sldLayout>
</file>

<file path=ppt/slideLayouts/slideLayout34.xml><?xml version="1.0" encoding="utf-8"?>
<p:sldLayout xmlns:p="http://schemas.openxmlformats.org/presentationml/2006/main" showMasterSp="0" userDrawn="1">
  <p:cSld name="Custom Layout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A494AB-3C5B-42CB-9652-110FFCA5E02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230414" y="2456811"/>
            <a:ext cx="3798145" cy="972189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lnSpc>
                <a:spcPct val="70000"/>
              </a:lnSpc>
              <a:buNone/>
              <a:defRPr sz="8000" cap="none" baseline="0"/>
            </a:lvl1pPr>
          </a:lstStyle>
          <a:p xmlns:a="http://schemas.openxmlformats.org/drawingml/2006/main">
            <a:r>
              <a:t>Title</a:t>
            </a:r>
            <a:endParaRPr/>
          </a:p>
        </p:txBody>
      </p:sp>
      <p:sp>
        <p:nvSpPr>
          <p:cNvPr id="7" name="Connecteur droit 15">
            <a:extLst xmlns:a="http://schemas.openxmlformats.org/drawingml/2006/main">
              <a:ext uri="{FF2B5EF4-FFF2-40B4-BE49-F238E27FC236}">
                <a16:creationId xmlns:a16="http://schemas.microsoft.com/office/drawing/2014/main" id="{C7157923-770B-454F-B03D-A96772A0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18476" y="4990192"/>
            <a:ext cx="339272" cy="0"/>
          </a:xfrm>
          <a:prstGeom xmlns:a="http://schemas.openxmlformats.org/drawingml/2006/main" prst="line">
            <a:avLst/>
          </a:prstGeom>
          <a:ln xmlns:a="http://schemas.openxmlformats.org/drawingml/2006/main" w="635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159400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Connecteur droit 17">
            <a:extLst xmlns:a="http://schemas.openxmlformats.org/drawingml/2006/main">
              <a:ext uri="{FF2B5EF4-FFF2-40B4-BE49-F238E27FC236}">
                <a16:creationId xmlns:a16="http://schemas.microsoft.com/office/drawing/2014/main" id="{40B0ABC7-FCE7-41F6-8081-3CA006AC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01226" y="4990192"/>
            <a:ext cx="339272" cy="0"/>
          </a:xfrm>
          <a:prstGeom xmlns:a="http://schemas.openxmlformats.org/drawingml/2006/main" prst="line">
            <a:avLst/>
          </a:prstGeom>
          <a:ln xmlns:a="http://schemas.openxmlformats.org/drawingml/2006/main" w="63500"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1594000" scaled="0"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2CD743A0-02A7-4188-B456-6D8CA022131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437788" y="4508434"/>
            <a:ext cx="1383396" cy="9144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Font typeface="Arial"/>
              <a:buNone/>
              <a:defRPr sz="6600" b="1" i="0" u="none" kern="1200" cap="none" spc="-300" baseline="0">
                <a:ln>
                  <a:noFill/>
                </a:ln>
                <a:gradFill>
                  <a:gsLst>
                    <a:gs pos="100000">
                      <a:srgbClr val="3BD3AD"/>
                    </a:gs>
                    <a:gs pos="0">
                      <a:srgbClr val="35BBFA"/>
                    </a:gs>
                  </a:gsLst>
                  <a:lin ang="2700000" scaled="1"/>
                </a:gra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  <p:sp>
        <p:nvSpPr>
          <p:cNvPr id="15" name="Picture Placeholder 13">
            <a:extLst xmlns:a="http://schemas.openxmlformats.org/drawingml/2006/main">
              <a:ext uri="{FF2B5EF4-FFF2-40B4-BE49-F238E27FC236}">
                <a16:creationId xmlns:a16="http://schemas.microsoft.com/office/drawing/2014/main" id="{35640EDC-153F-4790-B87E-441B73B8A802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762" y="0"/>
            <a:ext cx="6095238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Freeform 5">
            <a:extLst xmlns:a="http://schemas.openxmlformats.org/drawingml/2006/main">
              <a:ext uri="{FF2B5EF4-FFF2-40B4-BE49-F238E27FC236}">
                <a16:creationId xmlns:a16="http://schemas.microsoft.com/office/drawing/2014/main" id="{36069AAA-4592-4F47-88E4-BC96C90D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60286" y="6282743"/>
            <a:ext cx="422484" cy="61098"/>
          </a:xfrm>
          <a:custGeom xmlns:a="http://schemas.openxmlformats.org/drawingml/2006/main">
            <a:gdLst>
              <a:gd name="T0" fmla="*/ 1276 w 1276"/>
              <a:gd name="T1" fmla="*/ 183 h 183"/>
              <a:gd name="T2" fmla="*/ 638 w 1276"/>
              <a:gd name="T3" fmla="*/ 0 h 183"/>
              <a:gd name="T4" fmla="*/ 0 w 1276"/>
              <a:gd name="T5" fmla="*/ 183 h 183"/>
              <a:gd name="T6" fmla="*/ 638 w 1276"/>
              <a:gd name="T7" fmla="*/ 92 h 183"/>
              <a:gd name="T8" fmla="*/ 1276 w 1276"/>
              <a:gd name="T9" fmla="*/ 183 h 183"/>
            </a:gdLst>
            <a:rect l="0" t="0" r="r" b="b"/>
            <a:pathLst>
              <a:path w="1276" h="183">
                <a:moveTo>
                  <a:pt x="1276" y="183"/>
                </a:moveTo>
                <a:cubicBezTo>
                  <a:pt x="1105" y="69"/>
                  <a:pt x="882" y="0"/>
                  <a:pt x="638" y="0"/>
                </a:cubicBezTo>
                <a:cubicBezTo>
                  <a:pt x="394" y="0"/>
                  <a:pt x="171" y="69"/>
                  <a:pt x="0" y="183"/>
                </a:cubicBezTo>
                <a:cubicBezTo>
                  <a:pt x="170" y="127"/>
                  <a:pt x="369" y="92"/>
                  <a:pt x="638" y="92"/>
                </a:cubicBezTo>
                <a:cubicBezTo>
                  <a:pt x="907" y="92"/>
                  <a:pt x="1106" y="127"/>
                  <a:pt x="1276" y="183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Freeform 6">
            <a:extLst xmlns:a="http://schemas.openxmlformats.org/drawingml/2006/main">
              <a:ext uri="{FF2B5EF4-FFF2-40B4-BE49-F238E27FC236}">
                <a16:creationId xmlns:a16="http://schemas.microsoft.com/office/drawing/2014/main" id="{BAFEBA18-075A-452F-9DDB-D31F2DCE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62348" y="6363803"/>
            <a:ext cx="82969" cy="69256"/>
          </a:xfrm>
          <a:custGeom xmlns:a="http://schemas.openxmlformats.org/drawingml/2006/main">
            <a:gdLst>
              <a:gd name="T0" fmla="*/ 232 w 251"/>
              <a:gd name="T1" fmla="*/ 0 h 208"/>
              <a:gd name="T2" fmla="*/ 211 w 251"/>
              <a:gd name="T3" fmla="*/ 22 h 208"/>
              <a:gd name="T4" fmla="*/ 201 w 251"/>
              <a:gd name="T5" fmla="*/ 96 h 208"/>
              <a:gd name="T6" fmla="*/ 192 w 251"/>
              <a:gd name="T7" fmla="*/ 114 h 208"/>
              <a:gd name="T8" fmla="*/ 169 w 251"/>
              <a:gd name="T9" fmla="*/ 106 h 208"/>
              <a:gd name="T10" fmla="*/ 54 w 251"/>
              <a:gd name="T11" fmla="*/ 8 h 208"/>
              <a:gd name="T12" fmla="*/ 32 w 251"/>
              <a:gd name="T13" fmla="*/ 0 h 208"/>
              <a:gd name="T14" fmla="*/ 0 w 251"/>
              <a:gd name="T15" fmla="*/ 35 h 208"/>
              <a:gd name="T16" fmla="*/ 0 w 251"/>
              <a:gd name="T17" fmla="*/ 188 h 208"/>
              <a:gd name="T18" fmla="*/ 19 w 251"/>
              <a:gd name="T19" fmla="*/ 208 h 208"/>
              <a:gd name="T20" fmla="*/ 39 w 251"/>
              <a:gd name="T21" fmla="*/ 189 h 208"/>
              <a:gd name="T22" fmla="*/ 52 w 251"/>
              <a:gd name="T23" fmla="*/ 108 h 208"/>
              <a:gd name="T24" fmla="*/ 64 w 251"/>
              <a:gd name="T25" fmla="*/ 88 h 208"/>
              <a:gd name="T26" fmla="*/ 92 w 251"/>
              <a:gd name="T27" fmla="*/ 101 h 208"/>
              <a:gd name="T28" fmla="*/ 201 w 251"/>
              <a:gd name="T29" fmla="*/ 199 h 208"/>
              <a:gd name="T30" fmla="*/ 224 w 251"/>
              <a:gd name="T31" fmla="*/ 208 h 208"/>
              <a:gd name="T32" fmla="*/ 251 w 251"/>
              <a:gd name="T33" fmla="*/ 175 h 208"/>
              <a:gd name="T34" fmla="*/ 251 w 251"/>
              <a:gd name="T35" fmla="*/ 22 h 208"/>
              <a:gd name="T36" fmla="*/ 232 w 251"/>
              <a:gd name="T37" fmla="*/ 0 h 208"/>
            </a:gdLst>
            <a:rect l="0" t="0" r="r" b="b"/>
            <a:pathLst>
              <a:path w="251" h="208">
                <a:moveTo>
                  <a:pt x="232" y="0"/>
                </a:moveTo>
                <a:cubicBezTo>
                  <a:pt x="219" y="0"/>
                  <a:pt x="213" y="10"/>
                  <a:pt x="211" y="22"/>
                </a:cubicBezTo>
                <a:cubicBezTo>
                  <a:pt x="209" y="36"/>
                  <a:pt x="202" y="84"/>
                  <a:pt x="201" y="96"/>
                </a:cubicBezTo>
                <a:cubicBezTo>
                  <a:pt x="200" y="103"/>
                  <a:pt x="199" y="111"/>
                  <a:pt x="192" y="114"/>
                </a:cubicBezTo>
                <a:cubicBezTo>
                  <a:pt x="185" y="117"/>
                  <a:pt x="176" y="112"/>
                  <a:pt x="169" y="106"/>
                </a:cubicBezTo>
                <a:cubicBezTo>
                  <a:pt x="162" y="100"/>
                  <a:pt x="54" y="8"/>
                  <a:pt x="54" y="8"/>
                </a:cubicBezTo>
                <a:cubicBezTo>
                  <a:pt x="48" y="2"/>
                  <a:pt x="40" y="0"/>
                  <a:pt x="32" y="0"/>
                </a:cubicBezTo>
                <a:cubicBezTo>
                  <a:pt x="16" y="0"/>
                  <a:pt x="0" y="10"/>
                  <a:pt x="0" y="35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200"/>
                  <a:pt x="9" y="208"/>
                  <a:pt x="19" y="208"/>
                </a:cubicBezTo>
                <a:cubicBezTo>
                  <a:pt x="30" y="208"/>
                  <a:pt x="37" y="200"/>
                  <a:pt x="39" y="189"/>
                </a:cubicBezTo>
                <a:cubicBezTo>
                  <a:pt x="39" y="189"/>
                  <a:pt x="51" y="116"/>
                  <a:pt x="52" y="108"/>
                </a:cubicBezTo>
                <a:cubicBezTo>
                  <a:pt x="54" y="99"/>
                  <a:pt x="55" y="91"/>
                  <a:pt x="64" y="88"/>
                </a:cubicBezTo>
                <a:cubicBezTo>
                  <a:pt x="73" y="86"/>
                  <a:pt x="81" y="91"/>
                  <a:pt x="92" y="101"/>
                </a:cubicBezTo>
                <a:cubicBezTo>
                  <a:pt x="104" y="111"/>
                  <a:pt x="201" y="199"/>
                  <a:pt x="201" y="199"/>
                </a:cubicBezTo>
                <a:cubicBezTo>
                  <a:pt x="208" y="205"/>
                  <a:pt x="214" y="208"/>
                  <a:pt x="224" y="208"/>
                </a:cubicBezTo>
                <a:cubicBezTo>
                  <a:pt x="234" y="208"/>
                  <a:pt x="251" y="204"/>
                  <a:pt x="251" y="175"/>
                </a:cubicBezTo>
                <a:cubicBezTo>
                  <a:pt x="251" y="22"/>
                  <a:pt x="251" y="22"/>
                  <a:pt x="251" y="22"/>
                </a:cubicBezTo>
                <a:cubicBezTo>
                  <a:pt x="251" y="8"/>
                  <a:pt x="243" y="0"/>
                  <a:pt x="232" y="0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reeform 7">
            <a:extLst xmlns:a="http://schemas.openxmlformats.org/drawingml/2006/main">
              <a:ext uri="{FF2B5EF4-FFF2-40B4-BE49-F238E27FC236}">
                <a16:creationId xmlns:a16="http://schemas.microsoft.com/office/drawing/2014/main" id="{6FB67E7A-D422-49E4-8819-FD565F1C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89733" y="6362067"/>
            <a:ext cx="89044" cy="78976"/>
          </a:xfrm>
          <a:custGeom xmlns:a="http://schemas.openxmlformats.org/drawingml/2006/main">
            <a:gdLst>
              <a:gd name="T0" fmla="*/ 241 w 269"/>
              <a:gd name="T1" fmla="*/ 168 h 237"/>
              <a:gd name="T2" fmla="*/ 59 w 269"/>
              <a:gd name="T3" fmla="*/ 107 h 237"/>
              <a:gd name="T4" fmla="*/ 134 w 269"/>
              <a:gd name="T5" fmla="*/ 41 h 237"/>
              <a:gd name="T6" fmla="*/ 210 w 269"/>
              <a:gd name="T7" fmla="*/ 60 h 237"/>
              <a:gd name="T8" fmla="*/ 199 w 269"/>
              <a:gd name="T9" fmla="*/ 82 h 237"/>
              <a:gd name="T10" fmla="*/ 129 w 269"/>
              <a:gd name="T11" fmla="*/ 85 h 237"/>
              <a:gd name="T12" fmla="*/ 108 w 269"/>
              <a:gd name="T13" fmla="*/ 103 h 237"/>
              <a:gd name="T14" fmla="*/ 130 w 269"/>
              <a:gd name="T15" fmla="*/ 120 h 237"/>
              <a:gd name="T16" fmla="*/ 241 w 269"/>
              <a:gd name="T17" fmla="*/ 121 h 237"/>
              <a:gd name="T18" fmla="*/ 269 w 269"/>
              <a:gd name="T19" fmla="*/ 88 h 237"/>
              <a:gd name="T20" fmla="*/ 145 w 269"/>
              <a:gd name="T21" fmla="*/ 0 h 237"/>
              <a:gd name="T22" fmla="*/ 0 w 269"/>
              <a:gd name="T23" fmla="*/ 110 h 237"/>
              <a:gd name="T24" fmla="*/ 248 w 269"/>
              <a:gd name="T25" fmla="*/ 201 h 237"/>
              <a:gd name="T26" fmla="*/ 264 w 269"/>
              <a:gd name="T27" fmla="*/ 179 h 237"/>
              <a:gd name="T28" fmla="*/ 241 w 269"/>
              <a:gd name="T29" fmla="*/ 168 h 237"/>
            </a:gdLst>
            <a:rect l="0" t="0" r="r" b="b"/>
            <a:pathLst>
              <a:path w="269" h="237">
                <a:moveTo>
                  <a:pt x="241" y="168"/>
                </a:moveTo>
                <a:cubicBezTo>
                  <a:pt x="156" y="187"/>
                  <a:pt x="59" y="167"/>
                  <a:pt x="59" y="107"/>
                </a:cubicBezTo>
                <a:cubicBezTo>
                  <a:pt x="59" y="62"/>
                  <a:pt x="101" y="43"/>
                  <a:pt x="134" y="41"/>
                </a:cubicBezTo>
                <a:cubicBezTo>
                  <a:pt x="169" y="38"/>
                  <a:pt x="196" y="45"/>
                  <a:pt x="210" y="60"/>
                </a:cubicBezTo>
                <a:cubicBezTo>
                  <a:pt x="219" y="69"/>
                  <a:pt x="217" y="81"/>
                  <a:pt x="199" y="82"/>
                </a:cubicBezTo>
                <a:cubicBezTo>
                  <a:pt x="184" y="83"/>
                  <a:pt x="154" y="84"/>
                  <a:pt x="129" y="85"/>
                </a:cubicBezTo>
                <a:cubicBezTo>
                  <a:pt x="115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69" y="110"/>
                  <a:pt x="269" y="88"/>
                </a:cubicBezTo>
                <a:cubicBezTo>
                  <a:pt x="269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7" y="197"/>
                  <a:pt x="266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reeform 8">
            <a:extLst xmlns:a="http://schemas.openxmlformats.org/drawingml/2006/main">
              <a:ext uri="{FF2B5EF4-FFF2-40B4-BE49-F238E27FC236}">
                <a16:creationId xmlns:a16="http://schemas.microsoft.com/office/drawing/2014/main" id="{CB0A375E-EA1A-40E7-8B07-B165DD52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63931" y="6362067"/>
            <a:ext cx="89391" cy="78976"/>
          </a:xfrm>
          <a:custGeom xmlns:a="http://schemas.openxmlformats.org/drawingml/2006/main">
            <a:gdLst>
              <a:gd name="T0" fmla="*/ 241 w 270"/>
              <a:gd name="T1" fmla="*/ 168 h 237"/>
              <a:gd name="T2" fmla="*/ 59 w 270"/>
              <a:gd name="T3" fmla="*/ 107 h 237"/>
              <a:gd name="T4" fmla="*/ 135 w 270"/>
              <a:gd name="T5" fmla="*/ 41 h 237"/>
              <a:gd name="T6" fmla="*/ 211 w 270"/>
              <a:gd name="T7" fmla="*/ 60 h 237"/>
              <a:gd name="T8" fmla="*/ 200 w 270"/>
              <a:gd name="T9" fmla="*/ 82 h 237"/>
              <a:gd name="T10" fmla="*/ 130 w 270"/>
              <a:gd name="T11" fmla="*/ 85 h 237"/>
              <a:gd name="T12" fmla="*/ 108 w 270"/>
              <a:gd name="T13" fmla="*/ 103 h 237"/>
              <a:gd name="T14" fmla="*/ 130 w 270"/>
              <a:gd name="T15" fmla="*/ 120 h 237"/>
              <a:gd name="T16" fmla="*/ 241 w 270"/>
              <a:gd name="T17" fmla="*/ 121 h 237"/>
              <a:gd name="T18" fmla="*/ 270 w 270"/>
              <a:gd name="T19" fmla="*/ 88 h 237"/>
              <a:gd name="T20" fmla="*/ 145 w 270"/>
              <a:gd name="T21" fmla="*/ 0 h 237"/>
              <a:gd name="T22" fmla="*/ 0 w 270"/>
              <a:gd name="T23" fmla="*/ 110 h 237"/>
              <a:gd name="T24" fmla="*/ 248 w 270"/>
              <a:gd name="T25" fmla="*/ 201 h 237"/>
              <a:gd name="T26" fmla="*/ 264 w 270"/>
              <a:gd name="T27" fmla="*/ 179 h 237"/>
              <a:gd name="T28" fmla="*/ 241 w 270"/>
              <a:gd name="T29" fmla="*/ 168 h 237"/>
            </a:gdLst>
            <a:rect l="0" t="0" r="r" b="b"/>
            <a:pathLst>
              <a:path w="270" h="237">
                <a:moveTo>
                  <a:pt x="241" y="168"/>
                </a:moveTo>
                <a:cubicBezTo>
                  <a:pt x="157" y="187"/>
                  <a:pt x="59" y="167"/>
                  <a:pt x="59" y="107"/>
                </a:cubicBezTo>
                <a:cubicBezTo>
                  <a:pt x="59" y="62"/>
                  <a:pt x="102" y="43"/>
                  <a:pt x="135" y="41"/>
                </a:cubicBezTo>
                <a:cubicBezTo>
                  <a:pt x="169" y="38"/>
                  <a:pt x="197" y="45"/>
                  <a:pt x="211" y="60"/>
                </a:cubicBezTo>
                <a:cubicBezTo>
                  <a:pt x="219" y="69"/>
                  <a:pt x="217" y="81"/>
                  <a:pt x="200" y="82"/>
                </a:cubicBezTo>
                <a:cubicBezTo>
                  <a:pt x="184" y="83"/>
                  <a:pt x="154" y="84"/>
                  <a:pt x="130" y="85"/>
                </a:cubicBezTo>
                <a:cubicBezTo>
                  <a:pt x="116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70" y="110"/>
                  <a:pt x="270" y="88"/>
                </a:cubicBezTo>
                <a:cubicBezTo>
                  <a:pt x="270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8" y="197"/>
                  <a:pt x="267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reeform 9">
            <a:extLst xmlns:a="http://schemas.openxmlformats.org/drawingml/2006/main">
              <a:ext uri="{FF2B5EF4-FFF2-40B4-BE49-F238E27FC236}">
                <a16:creationId xmlns:a16="http://schemas.microsoft.com/office/drawing/2014/main" id="{5680FA9D-4886-4971-8BE6-F61B15E7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1267" y="6382723"/>
            <a:ext cx="20481" cy="50336"/>
          </a:xfrm>
          <a:custGeom xmlns:a="http://schemas.openxmlformats.org/drawingml/2006/main">
            <a:gdLst>
              <a:gd name="T0" fmla="*/ 0 w 62"/>
              <a:gd name="T1" fmla="*/ 13 h 151"/>
              <a:gd name="T2" fmla="*/ 8 w 62"/>
              <a:gd name="T3" fmla="*/ 125 h 151"/>
              <a:gd name="T4" fmla="*/ 31 w 62"/>
              <a:gd name="T5" fmla="*/ 151 h 151"/>
              <a:gd name="T6" fmla="*/ 53 w 62"/>
              <a:gd name="T7" fmla="*/ 125 h 151"/>
              <a:gd name="T8" fmla="*/ 62 w 62"/>
              <a:gd name="T9" fmla="*/ 4 h 151"/>
              <a:gd name="T10" fmla="*/ 58 w 62"/>
              <a:gd name="T11" fmla="*/ 1 h 151"/>
              <a:gd name="T12" fmla="*/ 3 w 62"/>
              <a:gd name="T13" fmla="*/ 10 h 151"/>
              <a:gd name="T14" fmla="*/ 0 w 62"/>
              <a:gd name="T15" fmla="*/ 13 h 151"/>
            </a:gdLst>
            <a:rect l="0" t="0" r="r" b="b"/>
            <a:pathLst>
              <a:path w="62" h="151">
                <a:moveTo>
                  <a:pt x="0" y="13"/>
                </a:moveTo>
                <a:cubicBezTo>
                  <a:pt x="2" y="66"/>
                  <a:pt x="7" y="110"/>
                  <a:pt x="8" y="125"/>
                </a:cubicBezTo>
                <a:cubicBezTo>
                  <a:pt x="10" y="145"/>
                  <a:pt x="20" y="151"/>
                  <a:pt x="31" y="151"/>
                </a:cubicBezTo>
                <a:cubicBezTo>
                  <a:pt x="41" y="151"/>
                  <a:pt x="51" y="145"/>
                  <a:pt x="53" y="125"/>
                </a:cubicBezTo>
                <a:cubicBezTo>
                  <a:pt x="54" y="108"/>
                  <a:pt x="59" y="56"/>
                  <a:pt x="62" y="4"/>
                </a:cubicBezTo>
                <a:cubicBezTo>
                  <a:pt x="62" y="1"/>
                  <a:pt x="60" y="0"/>
                  <a:pt x="58" y="1"/>
                </a:cubicBezTo>
                <a:cubicBezTo>
                  <a:pt x="3" y="10"/>
                  <a:pt x="3" y="10"/>
                  <a:pt x="3" y="10"/>
                </a:cubicBezTo>
                <a:cubicBezTo>
                  <a:pt x="1" y="10"/>
                  <a:pt x="0" y="11"/>
                  <a:pt x="0" y="13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reeform 10">
            <a:extLst xmlns:a="http://schemas.openxmlformats.org/drawingml/2006/main">
              <a:ext uri="{FF2B5EF4-FFF2-40B4-BE49-F238E27FC236}">
                <a16:creationId xmlns:a16="http://schemas.microsoft.com/office/drawing/2014/main" id="{B874813B-856F-40F6-A824-70BE472F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0572" y="6362067"/>
            <a:ext cx="21870" cy="17357"/>
          </a:xfrm>
          <a:custGeom xmlns:a="http://schemas.openxmlformats.org/drawingml/2006/main">
            <a:gdLst>
              <a:gd name="T0" fmla="*/ 33 w 66"/>
              <a:gd name="T1" fmla="*/ 0 h 52"/>
              <a:gd name="T2" fmla="*/ 0 w 66"/>
              <a:gd name="T3" fmla="*/ 32 h 52"/>
              <a:gd name="T4" fmla="*/ 1 w 66"/>
              <a:gd name="T5" fmla="*/ 48 h 52"/>
              <a:gd name="T6" fmla="*/ 5 w 66"/>
              <a:gd name="T7" fmla="*/ 51 h 52"/>
              <a:gd name="T8" fmla="*/ 62 w 66"/>
              <a:gd name="T9" fmla="*/ 42 h 52"/>
              <a:gd name="T10" fmla="*/ 65 w 66"/>
              <a:gd name="T11" fmla="*/ 39 h 52"/>
              <a:gd name="T12" fmla="*/ 65 w 66"/>
              <a:gd name="T13" fmla="*/ 32 h 52"/>
              <a:gd name="T14" fmla="*/ 33 w 66"/>
              <a:gd name="T15" fmla="*/ 0 h 52"/>
            </a:gdLst>
            <a:rect l="0" t="0" r="r" b="b"/>
            <a:pathLst>
              <a:path w="66" h="52">
                <a:moveTo>
                  <a:pt x="33" y="0"/>
                </a:moveTo>
                <a:cubicBezTo>
                  <a:pt x="7" y="0"/>
                  <a:pt x="0" y="20"/>
                  <a:pt x="0" y="32"/>
                </a:cubicBezTo>
                <a:cubicBezTo>
                  <a:pt x="0" y="34"/>
                  <a:pt x="1" y="40"/>
                  <a:pt x="1" y="48"/>
                </a:cubicBezTo>
                <a:cubicBezTo>
                  <a:pt x="1" y="50"/>
                  <a:pt x="3" y="52"/>
                  <a:pt x="5" y="51"/>
                </a:cubicBezTo>
                <a:cubicBezTo>
                  <a:pt x="62" y="42"/>
                  <a:pt x="62" y="42"/>
                  <a:pt x="62" y="42"/>
                </a:cubicBezTo>
                <a:cubicBezTo>
                  <a:pt x="64" y="42"/>
                  <a:pt x="65" y="40"/>
                  <a:pt x="65" y="39"/>
                </a:cubicBezTo>
                <a:cubicBezTo>
                  <a:pt x="65" y="36"/>
                  <a:pt x="65" y="33"/>
                  <a:pt x="65" y="32"/>
                </a:cubicBezTo>
                <a:cubicBezTo>
                  <a:pt x="66" y="20"/>
                  <a:pt x="58" y="0"/>
                  <a:pt x="33" y="0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reeform 11">
            <a:extLst xmlns:a="http://schemas.openxmlformats.org/drawingml/2006/main">
              <a:ext uri="{FF2B5EF4-FFF2-40B4-BE49-F238E27FC236}">
                <a16:creationId xmlns:a16="http://schemas.microsoft.com/office/drawing/2014/main" id="{E7F9A35E-05D7-4D47-AEEB-4179C9D7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54344" y="6362067"/>
            <a:ext cx="99632" cy="72033"/>
          </a:xfrm>
          <a:custGeom xmlns:a="http://schemas.openxmlformats.org/drawingml/2006/main">
            <a:gdLst>
              <a:gd name="T0" fmla="*/ 269 w 301"/>
              <a:gd name="T1" fmla="*/ 84 h 216"/>
              <a:gd name="T2" fmla="*/ 153 w 301"/>
              <a:gd name="T3" fmla="*/ 85 h 216"/>
              <a:gd name="T4" fmla="*/ 130 w 301"/>
              <a:gd name="T5" fmla="*/ 103 h 216"/>
              <a:gd name="T6" fmla="*/ 152 w 301"/>
              <a:gd name="T7" fmla="*/ 120 h 216"/>
              <a:gd name="T8" fmla="*/ 227 w 301"/>
              <a:gd name="T9" fmla="*/ 124 h 216"/>
              <a:gd name="T10" fmla="*/ 241 w 301"/>
              <a:gd name="T11" fmla="*/ 145 h 216"/>
              <a:gd name="T12" fmla="*/ 157 w 301"/>
              <a:gd name="T13" fmla="*/ 175 h 216"/>
              <a:gd name="T14" fmla="*/ 60 w 301"/>
              <a:gd name="T15" fmla="*/ 107 h 216"/>
              <a:gd name="T16" fmla="*/ 233 w 301"/>
              <a:gd name="T17" fmla="*/ 43 h 216"/>
              <a:gd name="T18" fmla="*/ 258 w 301"/>
              <a:gd name="T19" fmla="*/ 32 h 216"/>
              <a:gd name="T20" fmla="*/ 239 w 301"/>
              <a:gd name="T21" fmla="*/ 9 h 216"/>
              <a:gd name="T22" fmla="*/ 158 w 301"/>
              <a:gd name="T23" fmla="*/ 0 h 216"/>
              <a:gd name="T24" fmla="*/ 0 w 301"/>
              <a:gd name="T25" fmla="*/ 109 h 216"/>
              <a:gd name="T26" fmla="*/ 157 w 301"/>
              <a:gd name="T27" fmla="*/ 216 h 216"/>
              <a:gd name="T28" fmla="*/ 301 w 301"/>
              <a:gd name="T29" fmla="*/ 117 h 216"/>
              <a:gd name="T30" fmla="*/ 269 w 301"/>
              <a:gd name="T31" fmla="*/ 84 h 216"/>
            </a:gdLst>
            <a:rect l="0" t="0" r="r" b="b"/>
            <a:pathLst>
              <a:path w="301" h="216">
                <a:moveTo>
                  <a:pt x="269" y="84"/>
                </a:moveTo>
                <a:cubicBezTo>
                  <a:pt x="250" y="84"/>
                  <a:pt x="191" y="85"/>
                  <a:pt x="153" y="85"/>
                </a:cubicBezTo>
                <a:cubicBezTo>
                  <a:pt x="134" y="85"/>
                  <a:pt x="130" y="95"/>
                  <a:pt x="130" y="103"/>
                </a:cubicBezTo>
                <a:cubicBezTo>
                  <a:pt x="130" y="110"/>
                  <a:pt x="135" y="119"/>
                  <a:pt x="152" y="120"/>
                </a:cubicBezTo>
                <a:cubicBezTo>
                  <a:pt x="178" y="121"/>
                  <a:pt x="211" y="123"/>
                  <a:pt x="227" y="124"/>
                </a:cubicBezTo>
                <a:cubicBezTo>
                  <a:pt x="247" y="125"/>
                  <a:pt x="248" y="135"/>
                  <a:pt x="241" y="145"/>
                </a:cubicBezTo>
                <a:cubicBezTo>
                  <a:pt x="227" y="163"/>
                  <a:pt x="192" y="175"/>
                  <a:pt x="157" y="175"/>
                </a:cubicBezTo>
                <a:cubicBezTo>
                  <a:pt x="111" y="175"/>
                  <a:pt x="60" y="148"/>
                  <a:pt x="60" y="107"/>
                </a:cubicBezTo>
                <a:cubicBezTo>
                  <a:pt x="60" y="68"/>
                  <a:pt x="103" y="24"/>
                  <a:pt x="233" y="43"/>
                </a:cubicBezTo>
                <a:cubicBezTo>
                  <a:pt x="244" y="44"/>
                  <a:pt x="256" y="42"/>
                  <a:pt x="258" y="32"/>
                </a:cubicBezTo>
                <a:cubicBezTo>
                  <a:pt x="261" y="20"/>
                  <a:pt x="254" y="13"/>
                  <a:pt x="239" y="9"/>
                </a:cubicBezTo>
                <a:cubicBezTo>
                  <a:pt x="210" y="2"/>
                  <a:pt x="183" y="0"/>
                  <a:pt x="158" y="0"/>
                </a:cubicBezTo>
                <a:cubicBezTo>
                  <a:pt x="70" y="0"/>
                  <a:pt x="0" y="41"/>
                  <a:pt x="0" y="109"/>
                </a:cubicBezTo>
                <a:cubicBezTo>
                  <a:pt x="0" y="181"/>
                  <a:pt x="70" y="216"/>
                  <a:pt x="157" y="216"/>
                </a:cubicBezTo>
                <a:cubicBezTo>
                  <a:pt x="254" y="216"/>
                  <a:pt x="301" y="163"/>
                  <a:pt x="301" y="117"/>
                </a:cubicBezTo>
                <a:cubicBezTo>
                  <a:pt x="301" y="93"/>
                  <a:pt x="289" y="84"/>
                  <a:pt x="269" y="84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userDrawn="1">
  <p:cSld name="Titre et contenu 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Espace réservé du contenu 2">
            <a:extLst xmlns:a="http://schemas.openxmlformats.org/drawingml/2006/main">
              <a:ext uri="{FF2B5EF4-FFF2-40B4-BE49-F238E27FC236}">
                <a16:creationId xmlns:a16="http://schemas.microsoft.com/office/drawing/2014/main" id="{CA0BF5A5-1E67-4E97-BC58-2D7B00B765B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 marL="0" indent="0">
              <a:buFontTx/>
              <a:buNone/>
              <a:defRPr sz="2000"/>
            </a:lvl1pPr>
            <a:lvl2pPr marL="216000" indent="-216000">
              <a:buClr>
                <a:schemeClr val="accent1"/>
              </a:buClr>
              <a:buSzPct val="70000"/>
              <a:buFont typeface="Wingdings"/>
              <a:buChar char=""/>
              <a:defRPr sz="1800"/>
            </a:lvl2pPr>
            <a:lvl3pPr>
              <a:buNone/>
              <a:defRPr sz="1600"/>
            </a:lvl3pPr>
            <a:lvl4pPr>
              <a:buNone/>
              <a:defRPr sz="1400" baseline="0"/>
            </a:lvl4pPr>
            <a:lvl5pPr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Texte de niveau 1</a:t>
            </a:r>
          </a:p>
          <a:p xmlns:a="http://schemas.openxmlformats.org/drawingml/2006/main">
            <a:pPr lvl="1">
              <a:buNone/>
            </a:pPr>
            <a:r>
              <a:t>Texte de niveau 2</a:t>
            </a:r>
          </a:p>
        </p:txBody>
      </p:sp>
      <p:sp>
        <p:nvSpPr>
          <p:cNvPr id="5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FB462B06-249E-433B-9744-25669EFB37B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36034" y="333375"/>
            <a:ext cx="11319933" cy="899381"/>
          </a:xfrm>
        </p:spPr>
        <p:txBody>
          <a:bodyPr xmlns:a="http://schemas.openxmlformats.org/drawingml/2006/main" anchor="ctr"/>
          <a:lstStyle xmlns:a="http://schemas.openxmlformats.org/drawingml/2006/main"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FontTx/>
              <a:buNone/>
              <a:defRPr sz="2300" b="1">
                <a:solidFill>
                  <a:schemeClr val="accent1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25000"/>
              <a:buFontTx/>
              <a:buNone/>
              <a:defRPr sz="2000">
                <a:solidFill>
                  <a:schemeClr val="accent1"/>
                </a:solidFill>
              </a:defRPr>
            </a:lvl2pPr>
          </a:lstStyle>
          <a:p xmlns:a="http://schemas.openxmlformats.org/drawingml/2006/main">
            <a:pPr lvl="0">
              <a:buNone/>
            </a:pPr>
            <a:r>
              <a:t>TITRE</a:t>
            </a:r>
          </a:p>
          <a:p xmlns:a="http://schemas.openxmlformats.org/drawingml/2006/main">
            <a:pPr lvl="1">
              <a:buNone/>
            </a:pPr>
            <a:r>
              <a:t>Sous-titre</a:t>
            </a:r>
          </a:p>
        </p:txBody>
      </p:sp>
      <p:sp>
        <p:nvSpPr>
          <p:cNvPr id="2" name="Espace réservé de la date 1">
            <a:extLst xmlns:a="http://schemas.openxmlformats.org/drawingml/2006/main">
              <a:ext uri="{FF2B5EF4-FFF2-40B4-BE49-F238E27FC236}">
                <a16:creationId xmlns:a16="http://schemas.microsoft.com/office/drawing/2014/main" id="{26B1225C-05FA-483F-9EA6-51B2E4688F40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AD36EC3A-4091-5E40-B6D3-2550407FB05D}" type="datetime1">
              <a:t>9/1/2026</a:t>
            </a:fld>
            <a:endParaRPr/>
          </a:p>
        </p:txBody>
      </p:sp>
      <p:sp>
        <p:nvSpPr>
          <p:cNvPr id="4" name="Espace réservé du pied de page 3">
            <a:extLst xmlns:a="http://schemas.openxmlformats.org/drawingml/2006/main">
              <a:ext uri="{FF2B5EF4-FFF2-40B4-BE49-F238E27FC236}">
                <a16:creationId xmlns:a16="http://schemas.microsoft.com/office/drawing/2014/main" id="{3F9956E7-642E-4DAF-A3BF-CD41F5C62015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endParaRPr/>
          </a:p>
        </p:txBody>
      </p:sp>
      <p:sp>
        <p:nvSpPr>
          <p:cNvPr id="6" name="Espace réservé du numéro de diapositive 5">
            <a:extLst xmlns:a="http://schemas.openxmlformats.org/drawingml/2006/main">
              <a:ext uri="{FF2B5EF4-FFF2-40B4-BE49-F238E27FC236}">
                <a16:creationId xmlns:a16="http://schemas.microsoft.com/office/drawing/2014/main" id="{28A41195-1A77-4BD1-9469-0F1BBFDD503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33122C9-A0B9-462F-8757-0847AD287B6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5fc0d1a657dd45b5" /><Relationship Type="http://schemas.openxmlformats.org/officeDocument/2006/relationships/theme" Target="/ppt/slideMasters/theme/theme2.xml" Id="R43ad4425adff4335" /><Relationship Type="http://schemas.openxmlformats.org/officeDocument/2006/relationships/slideLayout" Target="/ppt/slideLayouts/slideLayout1.xml" Id="R730631a4358347c5" /><Relationship Type="http://schemas.openxmlformats.org/officeDocument/2006/relationships/slideLayout" Target="/ppt/slideLayouts/slideLayout2.xml" Id="Rf862c78458fb4975" /><Relationship Type="http://schemas.openxmlformats.org/officeDocument/2006/relationships/slideLayout" Target="/ppt/slideLayouts/slideLayout3.xml" Id="Red06aded4cce4972" /><Relationship Type="http://schemas.openxmlformats.org/officeDocument/2006/relationships/slideLayout" Target="/ppt/slideLayouts/slideLayout4.xml" Id="R70c2f3aa03e5490d" /><Relationship Type="http://schemas.openxmlformats.org/officeDocument/2006/relationships/slideLayout" Target="/ppt/slideLayouts/slideLayout5.xml" Id="R051bf57b08894b90" /><Relationship Type="http://schemas.openxmlformats.org/officeDocument/2006/relationships/slideLayout" Target="/ppt/slideLayouts/slideLayout6.xml" Id="R68869400c2a64810" /><Relationship Type="http://schemas.openxmlformats.org/officeDocument/2006/relationships/slideLayout" Target="/ppt/slideLayouts/slideLayout7.xml" Id="R1c80e6ffa8ab4958" /><Relationship Type="http://schemas.openxmlformats.org/officeDocument/2006/relationships/slideLayout" Target="/ppt/slideLayouts/slideLayout8.xml" Id="R2995f6ffc6844fd5" /><Relationship Type="http://schemas.openxmlformats.org/officeDocument/2006/relationships/slideLayout" Target="/ppt/slideLayouts/slideLayout9.xml" Id="R552c01c668d74fc9" /><Relationship Type="http://schemas.openxmlformats.org/officeDocument/2006/relationships/slideLayout" Target="/ppt/slideLayouts/slideLayout10.xml" Id="R66708eea22b5468e" /><Relationship Type="http://schemas.openxmlformats.org/officeDocument/2006/relationships/slideLayout" Target="/ppt/slideLayouts/slideLayout11.xml" Id="R5b9538613992476a" /><Relationship Type="http://schemas.openxmlformats.org/officeDocument/2006/relationships/slideLayout" Target="/ppt/slideLayouts/slideLayout12.xml" Id="Rec34cb4566af404c" /><Relationship Type="http://schemas.openxmlformats.org/officeDocument/2006/relationships/slideLayout" Target="/ppt/slideLayouts/slideLayout13.xml" Id="R42a9dbd02f4a4743" /><Relationship Type="http://schemas.openxmlformats.org/officeDocument/2006/relationships/slideLayout" Target="/ppt/slideLayouts/slideLayout14.xml" Id="Re0daefe4cef04a6c" /><Relationship Type="http://schemas.openxmlformats.org/officeDocument/2006/relationships/slideLayout" Target="/ppt/slideLayouts/slideLayout15.xml" Id="R1016094098cc4c31" /><Relationship Type="http://schemas.openxmlformats.org/officeDocument/2006/relationships/slideLayout" Target="/ppt/slideLayouts/slideLayout16.xml" Id="Rc0927380d8864834" /><Relationship Type="http://schemas.openxmlformats.org/officeDocument/2006/relationships/slideLayout" Target="/ppt/slideLayouts/slideLayout17.xml" Id="R73f8046efb234e7a" /><Relationship Type="http://schemas.openxmlformats.org/officeDocument/2006/relationships/slideLayout" Target="/ppt/slideLayouts/slideLayout18.xml" Id="Ra83398a042c24af1" /><Relationship Type="http://schemas.openxmlformats.org/officeDocument/2006/relationships/slideLayout" Target="/ppt/slideLayouts/slideLayout19.xml" Id="Rab9e49f01ce941de" /><Relationship Type="http://schemas.openxmlformats.org/officeDocument/2006/relationships/slideLayout" Target="/ppt/slideLayouts/slideLayout20.xml" Id="R07014c105f4a4825" /><Relationship Type="http://schemas.openxmlformats.org/officeDocument/2006/relationships/slideLayout" Target="/ppt/slideLayouts/slideLayout21.xml" Id="Rad13cb6eb2f54432" /><Relationship Type="http://schemas.openxmlformats.org/officeDocument/2006/relationships/slideLayout" Target="/ppt/slideLayouts/slideLayout22.xml" Id="Rbbe147ce0c464bec" /><Relationship Type="http://schemas.openxmlformats.org/officeDocument/2006/relationships/slideLayout" Target="/ppt/slideLayouts/slideLayout23.xml" Id="Re28463a07ffb4b29" /><Relationship Type="http://schemas.openxmlformats.org/officeDocument/2006/relationships/slideLayout" Target="/ppt/slideLayouts/slideLayout24.xml" Id="R047555c4f2d24c6d" /><Relationship Type="http://schemas.openxmlformats.org/officeDocument/2006/relationships/slideLayout" Target="/ppt/slideLayouts/slideLayout25.xml" Id="R4ef7d49dc9754c0c" /><Relationship Type="http://schemas.openxmlformats.org/officeDocument/2006/relationships/slideLayout" Target="/ppt/slideLayouts/slideLayout26.xml" Id="R855b83393a294f2b" /><Relationship Type="http://schemas.openxmlformats.org/officeDocument/2006/relationships/slideLayout" Target="/ppt/slideLayouts/slideLayout27.xml" Id="R9dc0435b79ec430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jpeg" Id="R097af28883f24413" /><Relationship Type="http://schemas.openxmlformats.org/officeDocument/2006/relationships/theme" Target="/ppt/slideMasters/theme/theme3.xml" Id="R498e9616902340c9" /><Relationship Type="http://schemas.openxmlformats.org/officeDocument/2006/relationships/slideLayout" Target="/ppt/slideLayouts/slideLayout28.xml" Id="R4f28c6875fab4362" /><Relationship Type="http://schemas.openxmlformats.org/officeDocument/2006/relationships/slideLayout" Target="/ppt/slideLayouts/slideLayout29.xml" Id="Rd5aa66d9cbac433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.jpeg" Id="R6d1d79a6b20b4d65" /><Relationship Type="http://schemas.openxmlformats.org/officeDocument/2006/relationships/theme" Target="/ppt/slideMasters/theme/theme4.xml" Id="Rcf6b2a5e729a494b" /><Relationship Type="http://schemas.openxmlformats.org/officeDocument/2006/relationships/slideLayout" Target="/ppt/slideLayouts/slideLayout30.xml" Id="R3e5ca48449004d4a" /><Relationship Type="http://schemas.openxmlformats.org/officeDocument/2006/relationships/slideLayout" Target="/ppt/slideLayouts/slideLayout31.xml" Id="Rcdb643d3369f47c0" /><Relationship Type="http://schemas.openxmlformats.org/officeDocument/2006/relationships/slideLayout" Target="/ppt/slideLayouts/slideLayout32.xml" Id="Ra7c2e823b28a49ac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image" Target="/ppt/media/image.jpeg" Id="Rd09aad1f2486471e" /><Relationship Type="http://schemas.openxmlformats.org/officeDocument/2006/relationships/theme" Target="/ppt/slideMasters/theme/theme5.xml" Id="Rebe4801bc8644654" /><Relationship Type="http://schemas.openxmlformats.org/officeDocument/2006/relationships/slideLayout" Target="/ppt/slideLayouts/slideLayout33.xml" Id="R2109fec6f8284c5f" /><Relationship Type="http://schemas.openxmlformats.org/officeDocument/2006/relationships/slideLayout" Target="/ppt/slideLayouts/slideLayout34.xml" Id="Rf7e9479ef15f4ab7" /><Relationship Type="http://schemas.openxmlformats.org/officeDocument/2006/relationships/slideLayout" Target="/ppt/slideLayouts/slideLayout35.xml" Id="Re6a6868c6a384b3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itre 1">
            <a:extLst xmlns:a="http://schemas.openxmlformats.org/drawingml/2006/main">
              <a:ext uri="{FF2B5EF4-FFF2-40B4-BE49-F238E27FC236}">
                <a16:creationId xmlns:a16="http://schemas.microsoft.com/office/drawing/2014/main" id="{13434A3B-3DCA-4D28-B0A7-F7864290D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564402"/>
            <a:ext cx="10515600" cy="7694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9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0d1a657dd45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636" y="6372225"/>
            <a:ext cx="603423" cy="217169"/>
          </a:xfrm>
          <a:prstGeom xmlns:a="http://schemas.openxmlformats.org/drawingml/2006/main" prst="rect">
            <a:avLst/>
          </a:prstGeom>
        </p:spPr>
      </p:pic>
      <p:sp>
        <p:nvSpPr>
          <p:cNvPr id="14" name="Espace réservé du numéro de diapositive 6">
            <a:extLst xmlns:a="http://schemas.openxmlformats.org/drawingml/2006/main">
              <a:ext uri="{FF2B5EF4-FFF2-40B4-BE49-F238E27FC236}">
                <a16:creationId xmlns:a16="http://schemas.microsoft.com/office/drawing/2014/main" id="{E0B80EEA-EB13-4532-99F0-6D321D5F3C7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62664" y="6397470"/>
            <a:ext cx="309700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l">
              <a:buNone/>
              <a:defRPr sz="8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BC367B2E-B9DF-44EB-A21A-64C9723206C9}" type="slidenum">
              <a:t>‹#›</a:t>
            </a:fld>
            <a:endParaRPr/>
          </a:p>
        </p:txBody>
      </p:sp>
      <p:sp>
        <p:nvSpPr>
          <p:cNvPr id="16" name="Espace réservé du pied de page 4">
            <a:extLst xmlns:a="http://schemas.openxmlformats.org/drawingml/2006/main">
              <a:ext uri="{FF2B5EF4-FFF2-40B4-BE49-F238E27FC236}">
                <a16:creationId xmlns:a16="http://schemas.microsoft.com/office/drawing/2014/main" id="{4C3F306F-AB0E-458F-8BDF-C02DB51C736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8697467" y="6397471"/>
            <a:ext cx="3086102" cy="2154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algn="r">
              <a:buNone/>
              <a:defRPr sz="800" cap="all" baseline="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2F82617-B9FE-4114-BEC5-BAE7730839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20108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0631a4358347c5"/>
    <p:sldLayoutId xmlns:r="http://schemas.openxmlformats.org/officeDocument/2006/relationships" id="2147483650" r:id="Rf862c78458fb4975"/>
    <p:sldLayoutId xmlns:r="http://schemas.openxmlformats.org/officeDocument/2006/relationships" id="2147483651" r:id="Red06aded4cce4972"/>
    <p:sldLayoutId xmlns:r="http://schemas.openxmlformats.org/officeDocument/2006/relationships" id="2147483652" r:id="R70c2f3aa03e5490d"/>
    <p:sldLayoutId xmlns:r="http://schemas.openxmlformats.org/officeDocument/2006/relationships" id="2147483653" r:id="R051bf57b08894b90"/>
    <p:sldLayoutId xmlns:r="http://schemas.openxmlformats.org/officeDocument/2006/relationships" id="2147483654" r:id="R68869400c2a64810"/>
    <p:sldLayoutId xmlns:r="http://schemas.openxmlformats.org/officeDocument/2006/relationships" id="2147483655" r:id="R1c80e6ffa8ab4958"/>
    <p:sldLayoutId xmlns:r="http://schemas.openxmlformats.org/officeDocument/2006/relationships" id="2147483656" r:id="R2995f6ffc6844fd5"/>
    <p:sldLayoutId xmlns:r="http://schemas.openxmlformats.org/officeDocument/2006/relationships" id="2147483657" r:id="R552c01c668d74fc9"/>
    <p:sldLayoutId xmlns:r="http://schemas.openxmlformats.org/officeDocument/2006/relationships" id="2147483658" r:id="R66708eea22b5468e"/>
    <p:sldLayoutId xmlns:r="http://schemas.openxmlformats.org/officeDocument/2006/relationships" id="2147483659" r:id="R5b9538613992476a"/>
    <p:sldLayoutId xmlns:r="http://schemas.openxmlformats.org/officeDocument/2006/relationships" id="2147483660" r:id="Rec34cb4566af404c"/>
    <p:sldLayoutId xmlns:r="http://schemas.openxmlformats.org/officeDocument/2006/relationships" id="2147483661" r:id="R42a9dbd02f4a4743"/>
    <p:sldLayoutId xmlns:r="http://schemas.openxmlformats.org/officeDocument/2006/relationships" id="2147483662" r:id="Re0daefe4cef04a6c"/>
    <p:sldLayoutId xmlns:r="http://schemas.openxmlformats.org/officeDocument/2006/relationships" id="2147483663" r:id="R1016094098cc4c31"/>
    <p:sldLayoutId xmlns:r="http://schemas.openxmlformats.org/officeDocument/2006/relationships" id="2147483664" r:id="Rc0927380d8864834"/>
    <p:sldLayoutId xmlns:r="http://schemas.openxmlformats.org/officeDocument/2006/relationships" id="2147483665" r:id="R73f8046efb234e7a"/>
    <p:sldLayoutId xmlns:r="http://schemas.openxmlformats.org/officeDocument/2006/relationships" id="2147483666" r:id="Ra83398a042c24af1"/>
    <p:sldLayoutId xmlns:r="http://schemas.openxmlformats.org/officeDocument/2006/relationships" id="2147483667" r:id="Rab9e49f01ce941de"/>
    <p:sldLayoutId xmlns:r="http://schemas.openxmlformats.org/officeDocument/2006/relationships" id="2147483668" r:id="R07014c105f4a4825"/>
    <p:sldLayoutId xmlns:r="http://schemas.openxmlformats.org/officeDocument/2006/relationships" id="2147483669" r:id="Rad13cb6eb2f54432"/>
    <p:sldLayoutId xmlns:r="http://schemas.openxmlformats.org/officeDocument/2006/relationships" id="2147483670" r:id="Rbbe147ce0c464bec"/>
    <p:sldLayoutId xmlns:r="http://schemas.openxmlformats.org/officeDocument/2006/relationships" id="2147483671" r:id="Re28463a07ffb4b29"/>
    <p:sldLayoutId xmlns:r="http://schemas.openxmlformats.org/officeDocument/2006/relationships" id="2147483672" r:id="R047555c4f2d24c6d"/>
    <p:sldLayoutId xmlns:r="http://schemas.openxmlformats.org/officeDocument/2006/relationships" id="2147483673" r:id="R4ef7d49dc9754c0c"/>
    <p:sldLayoutId xmlns:r="http://schemas.openxmlformats.org/officeDocument/2006/relationships" id="2147483674" r:id="R855b83393a294f2b"/>
    <p:sldLayoutId xmlns:r="http://schemas.openxmlformats.org/officeDocument/2006/relationships" id="2147483675" r:id="R9dc0435b79ec4305"/>
  </p:sldLayoutIdLst>
  <p:hf hdr="0" ftr="0" dt="0"/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Arial Black"/>
          <a:ea typeface="Arial Black"/>
          <a:cs typeface="Arial Black"/>
        </a:defRPr>
      </a:lvl1pPr>
    </p:titleStyle>
    <p:bodyStyle>
      <a:lvl1pPr xmlns:a="http://schemas.openxmlformats.org/drawingml/2006/main" marL="228600" indent="-228600" algn="l" defTabSz="914400">
        <a:lnSpc>
          <a:spcPct val="10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 defTabSz="914400">
        <a:lnSpc>
          <a:spcPct val="10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97af28883f2441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5C1880D-E4BC-4B4B-875B-D6F6E628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3" y="233363"/>
            <a:ext cx="11725275" cy="63912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ZoneTexte 10">
            <a:extLst xmlns:a="http://schemas.openxmlformats.org/drawingml/2006/main">
              <a:ext uri="{FF2B5EF4-FFF2-40B4-BE49-F238E27FC236}">
                <a16:creationId xmlns:a16="http://schemas.microsoft.com/office/drawing/2014/main" id="{062087B4-6127-874D-8652-F5B4A739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303" y="6287426"/>
            <a:ext cx="367408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fld id="{BA6A69F9-9927-BA4C-8172-0FD11CA5671D}" type="slidenum">
              <a:rPr sz="800" b="1">
                <a:solidFill>
                  <a:srgbClr val="0078BE"/>
                </a:solidFill>
              </a:rPr>
              <a:t>‹#›</a:t>
            </a:fld>
            <a:endParaRPr sz="800" b="1">
              <a:solidFill>
                <a:srgbClr val="0078BE"/>
              </a:solidFill>
            </a:endParaRPr>
          </a:p>
        </p:txBody>
      </p:sp>
      <p:sp>
        <p:nvSpPr>
          <p:cNvPr id="13" name="Freeform 5">
            <a:extLst xmlns:a="http://schemas.openxmlformats.org/drawingml/2006/main">
              <a:ext uri="{FF2B5EF4-FFF2-40B4-BE49-F238E27FC236}">
                <a16:creationId xmlns:a16="http://schemas.microsoft.com/office/drawing/2014/main" id="{CFBCF2B1-EDB5-C04A-88A1-EA0476C0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60286" y="6282743"/>
            <a:ext cx="422484" cy="61098"/>
          </a:xfrm>
          <a:custGeom xmlns:a="http://schemas.openxmlformats.org/drawingml/2006/main">
            <a:gdLst>
              <a:gd name="T0" fmla="*/ 1276 w 1276"/>
              <a:gd name="T1" fmla="*/ 183 h 183"/>
              <a:gd name="T2" fmla="*/ 638 w 1276"/>
              <a:gd name="T3" fmla="*/ 0 h 183"/>
              <a:gd name="T4" fmla="*/ 0 w 1276"/>
              <a:gd name="T5" fmla="*/ 183 h 183"/>
              <a:gd name="T6" fmla="*/ 638 w 1276"/>
              <a:gd name="T7" fmla="*/ 92 h 183"/>
              <a:gd name="T8" fmla="*/ 1276 w 1276"/>
              <a:gd name="T9" fmla="*/ 183 h 183"/>
            </a:gdLst>
            <a:rect l="0" t="0" r="r" b="b"/>
            <a:pathLst>
              <a:path w="1276" h="183">
                <a:moveTo>
                  <a:pt x="1276" y="183"/>
                </a:moveTo>
                <a:cubicBezTo>
                  <a:pt x="1105" y="69"/>
                  <a:pt x="882" y="0"/>
                  <a:pt x="638" y="0"/>
                </a:cubicBezTo>
                <a:cubicBezTo>
                  <a:pt x="394" y="0"/>
                  <a:pt x="171" y="69"/>
                  <a:pt x="0" y="183"/>
                </a:cubicBezTo>
                <a:cubicBezTo>
                  <a:pt x="170" y="127"/>
                  <a:pt x="369" y="92"/>
                  <a:pt x="638" y="92"/>
                </a:cubicBezTo>
                <a:cubicBezTo>
                  <a:pt x="907" y="92"/>
                  <a:pt x="1106" y="127"/>
                  <a:pt x="1276" y="183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reeform 6">
            <a:extLst xmlns:a="http://schemas.openxmlformats.org/drawingml/2006/main">
              <a:ext uri="{FF2B5EF4-FFF2-40B4-BE49-F238E27FC236}">
                <a16:creationId xmlns:a16="http://schemas.microsoft.com/office/drawing/2014/main" id="{F7127D6A-78E0-C84E-BC7F-8FFC5621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62348" y="6363803"/>
            <a:ext cx="82969" cy="69256"/>
          </a:xfrm>
          <a:custGeom xmlns:a="http://schemas.openxmlformats.org/drawingml/2006/main">
            <a:gdLst>
              <a:gd name="T0" fmla="*/ 232 w 251"/>
              <a:gd name="T1" fmla="*/ 0 h 208"/>
              <a:gd name="T2" fmla="*/ 211 w 251"/>
              <a:gd name="T3" fmla="*/ 22 h 208"/>
              <a:gd name="T4" fmla="*/ 201 w 251"/>
              <a:gd name="T5" fmla="*/ 96 h 208"/>
              <a:gd name="T6" fmla="*/ 192 w 251"/>
              <a:gd name="T7" fmla="*/ 114 h 208"/>
              <a:gd name="T8" fmla="*/ 169 w 251"/>
              <a:gd name="T9" fmla="*/ 106 h 208"/>
              <a:gd name="T10" fmla="*/ 54 w 251"/>
              <a:gd name="T11" fmla="*/ 8 h 208"/>
              <a:gd name="T12" fmla="*/ 32 w 251"/>
              <a:gd name="T13" fmla="*/ 0 h 208"/>
              <a:gd name="T14" fmla="*/ 0 w 251"/>
              <a:gd name="T15" fmla="*/ 35 h 208"/>
              <a:gd name="T16" fmla="*/ 0 w 251"/>
              <a:gd name="T17" fmla="*/ 188 h 208"/>
              <a:gd name="T18" fmla="*/ 19 w 251"/>
              <a:gd name="T19" fmla="*/ 208 h 208"/>
              <a:gd name="T20" fmla="*/ 39 w 251"/>
              <a:gd name="T21" fmla="*/ 189 h 208"/>
              <a:gd name="T22" fmla="*/ 52 w 251"/>
              <a:gd name="T23" fmla="*/ 108 h 208"/>
              <a:gd name="T24" fmla="*/ 64 w 251"/>
              <a:gd name="T25" fmla="*/ 88 h 208"/>
              <a:gd name="T26" fmla="*/ 92 w 251"/>
              <a:gd name="T27" fmla="*/ 101 h 208"/>
              <a:gd name="T28" fmla="*/ 201 w 251"/>
              <a:gd name="T29" fmla="*/ 199 h 208"/>
              <a:gd name="T30" fmla="*/ 224 w 251"/>
              <a:gd name="T31" fmla="*/ 208 h 208"/>
              <a:gd name="T32" fmla="*/ 251 w 251"/>
              <a:gd name="T33" fmla="*/ 175 h 208"/>
              <a:gd name="T34" fmla="*/ 251 w 251"/>
              <a:gd name="T35" fmla="*/ 22 h 208"/>
              <a:gd name="T36" fmla="*/ 232 w 251"/>
              <a:gd name="T37" fmla="*/ 0 h 208"/>
            </a:gdLst>
            <a:rect l="0" t="0" r="r" b="b"/>
            <a:pathLst>
              <a:path w="251" h="208">
                <a:moveTo>
                  <a:pt x="232" y="0"/>
                </a:moveTo>
                <a:cubicBezTo>
                  <a:pt x="219" y="0"/>
                  <a:pt x="213" y="10"/>
                  <a:pt x="211" y="22"/>
                </a:cubicBezTo>
                <a:cubicBezTo>
                  <a:pt x="209" y="36"/>
                  <a:pt x="202" y="84"/>
                  <a:pt x="201" y="96"/>
                </a:cubicBezTo>
                <a:cubicBezTo>
                  <a:pt x="200" y="103"/>
                  <a:pt x="199" y="111"/>
                  <a:pt x="192" y="114"/>
                </a:cubicBezTo>
                <a:cubicBezTo>
                  <a:pt x="185" y="117"/>
                  <a:pt x="176" y="112"/>
                  <a:pt x="169" y="106"/>
                </a:cubicBezTo>
                <a:cubicBezTo>
                  <a:pt x="162" y="100"/>
                  <a:pt x="54" y="8"/>
                  <a:pt x="54" y="8"/>
                </a:cubicBezTo>
                <a:cubicBezTo>
                  <a:pt x="48" y="2"/>
                  <a:pt x="40" y="0"/>
                  <a:pt x="32" y="0"/>
                </a:cubicBezTo>
                <a:cubicBezTo>
                  <a:pt x="16" y="0"/>
                  <a:pt x="0" y="10"/>
                  <a:pt x="0" y="35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200"/>
                  <a:pt x="9" y="208"/>
                  <a:pt x="19" y="208"/>
                </a:cubicBezTo>
                <a:cubicBezTo>
                  <a:pt x="30" y="208"/>
                  <a:pt x="37" y="200"/>
                  <a:pt x="39" y="189"/>
                </a:cubicBezTo>
                <a:cubicBezTo>
                  <a:pt x="39" y="189"/>
                  <a:pt x="51" y="116"/>
                  <a:pt x="52" y="108"/>
                </a:cubicBezTo>
                <a:cubicBezTo>
                  <a:pt x="54" y="99"/>
                  <a:pt x="55" y="91"/>
                  <a:pt x="64" y="88"/>
                </a:cubicBezTo>
                <a:cubicBezTo>
                  <a:pt x="73" y="86"/>
                  <a:pt x="81" y="91"/>
                  <a:pt x="92" y="101"/>
                </a:cubicBezTo>
                <a:cubicBezTo>
                  <a:pt x="104" y="111"/>
                  <a:pt x="201" y="199"/>
                  <a:pt x="201" y="199"/>
                </a:cubicBezTo>
                <a:cubicBezTo>
                  <a:pt x="208" y="205"/>
                  <a:pt x="214" y="208"/>
                  <a:pt x="224" y="208"/>
                </a:cubicBezTo>
                <a:cubicBezTo>
                  <a:pt x="234" y="208"/>
                  <a:pt x="251" y="204"/>
                  <a:pt x="251" y="175"/>
                </a:cubicBezTo>
                <a:cubicBezTo>
                  <a:pt x="251" y="22"/>
                  <a:pt x="251" y="22"/>
                  <a:pt x="251" y="22"/>
                </a:cubicBezTo>
                <a:cubicBezTo>
                  <a:pt x="251" y="8"/>
                  <a:pt x="243" y="0"/>
                  <a:pt x="232" y="0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Freeform 7">
            <a:extLst xmlns:a="http://schemas.openxmlformats.org/drawingml/2006/main">
              <a:ext uri="{FF2B5EF4-FFF2-40B4-BE49-F238E27FC236}">
                <a16:creationId xmlns:a16="http://schemas.microsoft.com/office/drawing/2014/main" id="{F91FB79B-290D-9C42-9D3B-0342C3A7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89733" y="6362067"/>
            <a:ext cx="89044" cy="78976"/>
          </a:xfrm>
          <a:custGeom xmlns:a="http://schemas.openxmlformats.org/drawingml/2006/main">
            <a:gdLst>
              <a:gd name="T0" fmla="*/ 241 w 269"/>
              <a:gd name="T1" fmla="*/ 168 h 237"/>
              <a:gd name="T2" fmla="*/ 59 w 269"/>
              <a:gd name="T3" fmla="*/ 107 h 237"/>
              <a:gd name="T4" fmla="*/ 134 w 269"/>
              <a:gd name="T5" fmla="*/ 41 h 237"/>
              <a:gd name="T6" fmla="*/ 210 w 269"/>
              <a:gd name="T7" fmla="*/ 60 h 237"/>
              <a:gd name="T8" fmla="*/ 199 w 269"/>
              <a:gd name="T9" fmla="*/ 82 h 237"/>
              <a:gd name="T10" fmla="*/ 129 w 269"/>
              <a:gd name="T11" fmla="*/ 85 h 237"/>
              <a:gd name="T12" fmla="*/ 108 w 269"/>
              <a:gd name="T13" fmla="*/ 103 h 237"/>
              <a:gd name="T14" fmla="*/ 130 w 269"/>
              <a:gd name="T15" fmla="*/ 120 h 237"/>
              <a:gd name="T16" fmla="*/ 241 w 269"/>
              <a:gd name="T17" fmla="*/ 121 h 237"/>
              <a:gd name="T18" fmla="*/ 269 w 269"/>
              <a:gd name="T19" fmla="*/ 88 h 237"/>
              <a:gd name="T20" fmla="*/ 145 w 269"/>
              <a:gd name="T21" fmla="*/ 0 h 237"/>
              <a:gd name="T22" fmla="*/ 0 w 269"/>
              <a:gd name="T23" fmla="*/ 110 h 237"/>
              <a:gd name="T24" fmla="*/ 248 w 269"/>
              <a:gd name="T25" fmla="*/ 201 h 237"/>
              <a:gd name="T26" fmla="*/ 264 w 269"/>
              <a:gd name="T27" fmla="*/ 179 h 237"/>
              <a:gd name="T28" fmla="*/ 241 w 269"/>
              <a:gd name="T29" fmla="*/ 168 h 237"/>
            </a:gdLst>
            <a:rect l="0" t="0" r="r" b="b"/>
            <a:pathLst>
              <a:path w="269" h="237">
                <a:moveTo>
                  <a:pt x="241" y="168"/>
                </a:moveTo>
                <a:cubicBezTo>
                  <a:pt x="156" y="187"/>
                  <a:pt x="59" y="167"/>
                  <a:pt x="59" y="107"/>
                </a:cubicBezTo>
                <a:cubicBezTo>
                  <a:pt x="59" y="62"/>
                  <a:pt x="101" y="43"/>
                  <a:pt x="134" y="41"/>
                </a:cubicBezTo>
                <a:cubicBezTo>
                  <a:pt x="169" y="38"/>
                  <a:pt x="196" y="45"/>
                  <a:pt x="210" y="60"/>
                </a:cubicBezTo>
                <a:cubicBezTo>
                  <a:pt x="219" y="69"/>
                  <a:pt x="217" y="81"/>
                  <a:pt x="199" y="82"/>
                </a:cubicBezTo>
                <a:cubicBezTo>
                  <a:pt x="184" y="83"/>
                  <a:pt x="154" y="84"/>
                  <a:pt x="129" y="85"/>
                </a:cubicBezTo>
                <a:cubicBezTo>
                  <a:pt x="115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69" y="110"/>
                  <a:pt x="269" y="88"/>
                </a:cubicBezTo>
                <a:cubicBezTo>
                  <a:pt x="269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7" y="197"/>
                  <a:pt x="266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reeform 8">
            <a:extLst xmlns:a="http://schemas.openxmlformats.org/drawingml/2006/main">
              <a:ext uri="{FF2B5EF4-FFF2-40B4-BE49-F238E27FC236}">
                <a16:creationId xmlns:a16="http://schemas.microsoft.com/office/drawing/2014/main" id="{61887EEE-ED87-3943-AF19-842F56D7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63931" y="6362067"/>
            <a:ext cx="89391" cy="78976"/>
          </a:xfrm>
          <a:custGeom xmlns:a="http://schemas.openxmlformats.org/drawingml/2006/main">
            <a:gdLst>
              <a:gd name="T0" fmla="*/ 241 w 270"/>
              <a:gd name="T1" fmla="*/ 168 h 237"/>
              <a:gd name="T2" fmla="*/ 59 w 270"/>
              <a:gd name="T3" fmla="*/ 107 h 237"/>
              <a:gd name="T4" fmla="*/ 135 w 270"/>
              <a:gd name="T5" fmla="*/ 41 h 237"/>
              <a:gd name="T6" fmla="*/ 211 w 270"/>
              <a:gd name="T7" fmla="*/ 60 h 237"/>
              <a:gd name="T8" fmla="*/ 200 w 270"/>
              <a:gd name="T9" fmla="*/ 82 h 237"/>
              <a:gd name="T10" fmla="*/ 130 w 270"/>
              <a:gd name="T11" fmla="*/ 85 h 237"/>
              <a:gd name="T12" fmla="*/ 108 w 270"/>
              <a:gd name="T13" fmla="*/ 103 h 237"/>
              <a:gd name="T14" fmla="*/ 130 w 270"/>
              <a:gd name="T15" fmla="*/ 120 h 237"/>
              <a:gd name="T16" fmla="*/ 241 w 270"/>
              <a:gd name="T17" fmla="*/ 121 h 237"/>
              <a:gd name="T18" fmla="*/ 270 w 270"/>
              <a:gd name="T19" fmla="*/ 88 h 237"/>
              <a:gd name="T20" fmla="*/ 145 w 270"/>
              <a:gd name="T21" fmla="*/ 0 h 237"/>
              <a:gd name="T22" fmla="*/ 0 w 270"/>
              <a:gd name="T23" fmla="*/ 110 h 237"/>
              <a:gd name="T24" fmla="*/ 248 w 270"/>
              <a:gd name="T25" fmla="*/ 201 h 237"/>
              <a:gd name="T26" fmla="*/ 264 w 270"/>
              <a:gd name="T27" fmla="*/ 179 h 237"/>
              <a:gd name="T28" fmla="*/ 241 w 270"/>
              <a:gd name="T29" fmla="*/ 168 h 237"/>
            </a:gdLst>
            <a:rect l="0" t="0" r="r" b="b"/>
            <a:pathLst>
              <a:path w="270" h="237">
                <a:moveTo>
                  <a:pt x="241" y="168"/>
                </a:moveTo>
                <a:cubicBezTo>
                  <a:pt x="157" y="187"/>
                  <a:pt x="59" y="167"/>
                  <a:pt x="59" y="107"/>
                </a:cubicBezTo>
                <a:cubicBezTo>
                  <a:pt x="59" y="62"/>
                  <a:pt x="102" y="43"/>
                  <a:pt x="135" y="41"/>
                </a:cubicBezTo>
                <a:cubicBezTo>
                  <a:pt x="169" y="38"/>
                  <a:pt x="197" y="45"/>
                  <a:pt x="211" y="60"/>
                </a:cubicBezTo>
                <a:cubicBezTo>
                  <a:pt x="219" y="69"/>
                  <a:pt x="217" y="81"/>
                  <a:pt x="200" y="82"/>
                </a:cubicBezTo>
                <a:cubicBezTo>
                  <a:pt x="184" y="83"/>
                  <a:pt x="154" y="84"/>
                  <a:pt x="130" y="85"/>
                </a:cubicBezTo>
                <a:cubicBezTo>
                  <a:pt x="116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70" y="110"/>
                  <a:pt x="270" y="88"/>
                </a:cubicBezTo>
                <a:cubicBezTo>
                  <a:pt x="270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8" y="197"/>
                  <a:pt x="267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reeform 9">
            <a:extLst xmlns:a="http://schemas.openxmlformats.org/drawingml/2006/main">
              <a:ext uri="{FF2B5EF4-FFF2-40B4-BE49-F238E27FC236}">
                <a16:creationId xmlns:a16="http://schemas.microsoft.com/office/drawing/2014/main" id="{7576F4BB-E924-804D-9514-A0F24A31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1267" y="6382723"/>
            <a:ext cx="20481" cy="50336"/>
          </a:xfrm>
          <a:custGeom xmlns:a="http://schemas.openxmlformats.org/drawingml/2006/main">
            <a:gdLst>
              <a:gd name="T0" fmla="*/ 0 w 62"/>
              <a:gd name="T1" fmla="*/ 13 h 151"/>
              <a:gd name="T2" fmla="*/ 8 w 62"/>
              <a:gd name="T3" fmla="*/ 125 h 151"/>
              <a:gd name="T4" fmla="*/ 31 w 62"/>
              <a:gd name="T5" fmla="*/ 151 h 151"/>
              <a:gd name="T6" fmla="*/ 53 w 62"/>
              <a:gd name="T7" fmla="*/ 125 h 151"/>
              <a:gd name="T8" fmla="*/ 62 w 62"/>
              <a:gd name="T9" fmla="*/ 4 h 151"/>
              <a:gd name="T10" fmla="*/ 58 w 62"/>
              <a:gd name="T11" fmla="*/ 1 h 151"/>
              <a:gd name="T12" fmla="*/ 3 w 62"/>
              <a:gd name="T13" fmla="*/ 10 h 151"/>
              <a:gd name="T14" fmla="*/ 0 w 62"/>
              <a:gd name="T15" fmla="*/ 13 h 151"/>
            </a:gdLst>
            <a:rect l="0" t="0" r="r" b="b"/>
            <a:pathLst>
              <a:path w="62" h="151">
                <a:moveTo>
                  <a:pt x="0" y="13"/>
                </a:moveTo>
                <a:cubicBezTo>
                  <a:pt x="2" y="66"/>
                  <a:pt x="7" y="110"/>
                  <a:pt x="8" y="125"/>
                </a:cubicBezTo>
                <a:cubicBezTo>
                  <a:pt x="10" y="145"/>
                  <a:pt x="20" y="151"/>
                  <a:pt x="31" y="151"/>
                </a:cubicBezTo>
                <a:cubicBezTo>
                  <a:pt x="41" y="151"/>
                  <a:pt x="51" y="145"/>
                  <a:pt x="53" y="125"/>
                </a:cubicBezTo>
                <a:cubicBezTo>
                  <a:pt x="54" y="108"/>
                  <a:pt x="59" y="56"/>
                  <a:pt x="62" y="4"/>
                </a:cubicBezTo>
                <a:cubicBezTo>
                  <a:pt x="62" y="1"/>
                  <a:pt x="60" y="0"/>
                  <a:pt x="58" y="1"/>
                </a:cubicBezTo>
                <a:cubicBezTo>
                  <a:pt x="3" y="10"/>
                  <a:pt x="3" y="10"/>
                  <a:pt x="3" y="10"/>
                </a:cubicBezTo>
                <a:cubicBezTo>
                  <a:pt x="1" y="10"/>
                  <a:pt x="0" y="11"/>
                  <a:pt x="0" y="13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reeform 10">
            <a:extLst xmlns:a="http://schemas.openxmlformats.org/drawingml/2006/main">
              <a:ext uri="{FF2B5EF4-FFF2-40B4-BE49-F238E27FC236}">
                <a16:creationId xmlns:a16="http://schemas.microsoft.com/office/drawing/2014/main" id="{CA11FCBA-F255-8B4B-9244-0861E142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0572" y="6362067"/>
            <a:ext cx="21870" cy="17357"/>
          </a:xfrm>
          <a:custGeom xmlns:a="http://schemas.openxmlformats.org/drawingml/2006/main">
            <a:gdLst>
              <a:gd name="T0" fmla="*/ 33 w 66"/>
              <a:gd name="T1" fmla="*/ 0 h 52"/>
              <a:gd name="T2" fmla="*/ 0 w 66"/>
              <a:gd name="T3" fmla="*/ 32 h 52"/>
              <a:gd name="T4" fmla="*/ 1 w 66"/>
              <a:gd name="T5" fmla="*/ 48 h 52"/>
              <a:gd name="T6" fmla="*/ 5 w 66"/>
              <a:gd name="T7" fmla="*/ 51 h 52"/>
              <a:gd name="T8" fmla="*/ 62 w 66"/>
              <a:gd name="T9" fmla="*/ 42 h 52"/>
              <a:gd name="T10" fmla="*/ 65 w 66"/>
              <a:gd name="T11" fmla="*/ 39 h 52"/>
              <a:gd name="T12" fmla="*/ 65 w 66"/>
              <a:gd name="T13" fmla="*/ 32 h 52"/>
              <a:gd name="T14" fmla="*/ 33 w 66"/>
              <a:gd name="T15" fmla="*/ 0 h 52"/>
            </a:gdLst>
            <a:rect l="0" t="0" r="r" b="b"/>
            <a:pathLst>
              <a:path w="66" h="52">
                <a:moveTo>
                  <a:pt x="33" y="0"/>
                </a:moveTo>
                <a:cubicBezTo>
                  <a:pt x="7" y="0"/>
                  <a:pt x="0" y="20"/>
                  <a:pt x="0" y="32"/>
                </a:cubicBezTo>
                <a:cubicBezTo>
                  <a:pt x="0" y="34"/>
                  <a:pt x="1" y="40"/>
                  <a:pt x="1" y="48"/>
                </a:cubicBezTo>
                <a:cubicBezTo>
                  <a:pt x="1" y="50"/>
                  <a:pt x="3" y="52"/>
                  <a:pt x="5" y="51"/>
                </a:cubicBezTo>
                <a:cubicBezTo>
                  <a:pt x="62" y="42"/>
                  <a:pt x="62" y="42"/>
                  <a:pt x="62" y="42"/>
                </a:cubicBezTo>
                <a:cubicBezTo>
                  <a:pt x="64" y="42"/>
                  <a:pt x="65" y="40"/>
                  <a:pt x="65" y="39"/>
                </a:cubicBezTo>
                <a:cubicBezTo>
                  <a:pt x="65" y="36"/>
                  <a:pt x="65" y="33"/>
                  <a:pt x="65" y="32"/>
                </a:cubicBezTo>
                <a:cubicBezTo>
                  <a:pt x="66" y="20"/>
                  <a:pt x="58" y="0"/>
                  <a:pt x="33" y="0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Freeform 11">
            <a:extLst xmlns:a="http://schemas.openxmlformats.org/drawingml/2006/main">
              <a:ext uri="{FF2B5EF4-FFF2-40B4-BE49-F238E27FC236}">
                <a16:creationId xmlns:a16="http://schemas.microsoft.com/office/drawing/2014/main" id="{6E859C17-60F0-EE45-862A-E66F39CE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54344" y="6362067"/>
            <a:ext cx="99632" cy="72033"/>
          </a:xfrm>
          <a:custGeom xmlns:a="http://schemas.openxmlformats.org/drawingml/2006/main">
            <a:gdLst>
              <a:gd name="T0" fmla="*/ 269 w 301"/>
              <a:gd name="T1" fmla="*/ 84 h 216"/>
              <a:gd name="T2" fmla="*/ 153 w 301"/>
              <a:gd name="T3" fmla="*/ 85 h 216"/>
              <a:gd name="T4" fmla="*/ 130 w 301"/>
              <a:gd name="T5" fmla="*/ 103 h 216"/>
              <a:gd name="T6" fmla="*/ 152 w 301"/>
              <a:gd name="T7" fmla="*/ 120 h 216"/>
              <a:gd name="T8" fmla="*/ 227 w 301"/>
              <a:gd name="T9" fmla="*/ 124 h 216"/>
              <a:gd name="T10" fmla="*/ 241 w 301"/>
              <a:gd name="T11" fmla="*/ 145 h 216"/>
              <a:gd name="T12" fmla="*/ 157 w 301"/>
              <a:gd name="T13" fmla="*/ 175 h 216"/>
              <a:gd name="T14" fmla="*/ 60 w 301"/>
              <a:gd name="T15" fmla="*/ 107 h 216"/>
              <a:gd name="T16" fmla="*/ 233 w 301"/>
              <a:gd name="T17" fmla="*/ 43 h 216"/>
              <a:gd name="T18" fmla="*/ 258 w 301"/>
              <a:gd name="T19" fmla="*/ 32 h 216"/>
              <a:gd name="T20" fmla="*/ 239 w 301"/>
              <a:gd name="T21" fmla="*/ 9 h 216"/>
              <a:gd name="T22" fmla="*/ 158 w 301"/>
              <a:gd name="T23" fmla="*/ 0 h 216"/>
              <a:gd name="T24" fmla="*/ 0 w 301"/>
              <a:gd name="T25" fmla="*/ 109 h 216"/>
              <a:gd name="T26" fmla="*/ 157 w 301"/>
              <a:gd name="T27" fmla="*/ 216 h 216"/>
              <a:gd name="T28" fmla="*/ 301 w 301"/>
              <a:gd name="T29" fmla="*/ 117 h 216"/>
              <a:gd name="T30" fmla="*/ 269 w 301"/>
              <a:gd name="T31" fmla="*/ 84 h 216"/>
            </a:gdLst>
            <a:rect l="0" t="0" r="r" b="b"/>
            <a:pathLst>
              <a:path w="301" h="216">
                <a:moveTo>
                  <a:pt x="269" y="84"/>
                </a:moveTo>
                <a:cubicBezTo>
                  <a:pt x="250" y="84"/>
                  <a:pt x="191" y="85"/>
                  <a:pt x="153" y="85"/>
                </a:cubicBezTo>
                <a:cubicBezTo>
                  <a:pt x="134" y="85"/>
                  <a:pt x="130" y="95"/>
                  <a:pt x="130" y="103"/>
                </a:cubicBezTo>
                <a:cubicBezTo>
                  <a:pt x="130" y="110"/>
                  <a:pt x="135" y="119"/>
                  <a:pt x="152" y="120"/>
                </a:cubicBezTo>
                <a:cubicBezTo>
                  <a:pt x="178" y="121"/>
                  <a:pt x="211" y="123"/>
                  <a:pt x="227" y="124"/>
                </a:cubicBezTo>
                <a:cubicBezTo>
                  <a:pt x="247" y="125"/>
                  <a:pt x="248" y="135"/>
                  <a:pt x="241" y="145"/>
                </a:cubicBezTo>
                <a:cubicBezTo>
                  <a:pt x="227" y="163"/>
                  <a:pt x="192" y="175"/>
                  <a:pt x="157" y="175"/>
                </a:cubicBezTo>
                <a:cubicBezTo>
                  <a:pt x="111" y="175"/>
                  <a:pt x="60" y="148"/>
                  <a:pt x="60" y="107"/>
                </a:cubicBezTo>
                <a:cubicBezTo>
                  <a:pt x="60" y="68"/>
                  <a:pt x="103" y="24"/>
                  <a:pt x="233" y="43"/>
                </a:cubicBezTo>
                <a:cubicBezTo>
                  <a:pt x="244" y="44"/>
                  <a:pt x="256" y="42"/>
                  <a:pt x="258" y="32"/>
                </a:cubicBezTo>
                <a:cubicBezTo>
                  <a:pt x="261" y="20"/>
                  <a:pt x="254" y="13"/>
                  <a:pt x="239" y="9"/>
                </a:cubicBezTo>
                <a:cubicBezTo>
                  <a:pt x="210" y="2"/>
                  <a:pt x="183" y="0"/>
                  <a:pt x="158" y="0"/>
                </a:cubicBezTo>
                <a:cubicBezTo>
                  <a:pt x="70" y="0"/>
                  <a:pt x="0" y="41"/>
                  <a:pt x="0" y="109"/>
                </a:cubicBezTo>
                <a:cubicBezTo>
                  <a:pt x="0" y="181"/>
                  <a:pt x="70" y="216"/>
                  <a:pt x="157" y="216"/>
                </a:cubicBezTo>
                <a:cubicBezTo>
                  <a:pt x="254" y="216"/>
                  <a:pt x="301" y="163"/>
                  <a:pt x="301" y="117"/>
                </a:cubicBezTo>
                <a:cubicBezTo>
                  <a:pt x="301" y="93"/>
                  <a:pt x="289" y="84"/>
                  <a:pt x="269" y="84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Connecteur droit 22">
            <a:extLst xmlns:a="http://schemas.openxmlformats.org/drawingml/2006/main">
              <a:ext uri="{FF2B5EF4-FFF2-40B4-BE49-F238E27FC236}">
                <a16:creationId xmlns:a16="http://schemas.microsoft.com/office/drawing/2014/main" id="{89D9EC82-4EC6-4098-93CC-B9BB9E99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5671" y="6295073"/>
            <a:ext cx="0" cy="177977"/>
          </a:xfrm>
          <a:prstGeom xmlns:a="http://schemas.openxmlformats.org/drawingml/2006/main" prst="line">
            <a:avLst/>
          </a:prstGeom>
          <a:ln xmlns:a="http://schemas.openxmlformats.org/drawingml/2006/main" w="6350">
            <a:gradFill rotWithShape="1">
              <a:gsLst>
                <a:gs pos="0">
                  <a:schemeClr val="bg1"/>
                </a:gs>
                <a:gs pos="52000">
                  <a:srgbClr val="0077C0"/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7" r:id="R4f28c6875fab4362"/>
    <p:sldLayoutId xmlns:r="http://schemas.openxmlformats.org/officeDocument/2006/relationships" id="2147483678" r:id="Rd5aa66d9cbac4339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800" b="1" i="0" u="none" cap="all" baseline="0">
          <a:solidFill>
            <a:schemeClr val="accent1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47">
          <p15:clr>
            <a:srgbClr xmlns:a="http://schemas.openxmlformats.org/drawingml/2006/main" val="F26B43"/>
          </p15:clr>
        </p15:guide>
        <p15:guide id="2" pos="7133">
          <p15:clr>
            <a:srgbClr xmlns:a="http://schemas.openxmlformats.org/drawingml/2006/main" val="F26B43"/>
          </p15:clr>
        </p15:guide>
        <p15:guide id="3" orient="horz" pos="482">
          <p15:clr>
            <a:srgbClr xmlns:a="http://schemas.openxmlformats.org/drawingml/2006/main" val="F26B43"/>
          </p15:clr>
        </p15:guide>
        <p15:guide id="4" orient="horz" pos="3838">
          <p15:clr>
            <a:srgbClr xmlns:a="http://schemas.openxmlformats.org/drawingml/2006/main" val="F26B43"/>
          </p15:clr>
        </p15:guide>
        <p15:guide id="5" pos="888">
          <p15:clr>
            <a:srgbClr xmlns:a="http://schemas.openxmlformats.org/drawingml/2006/main" val="F26B43"/>
          </p15:clr>
        </p15:guide>
        <p15:guide id="6" pos="6792">
          <p15:clr>
            <a:srgbClr xmlns:a="http://schemas.openxmlformats.org/drawingml/2006/main" val="F26B43"/>
          </p15:clr>
        </p15:guide>
        <p15:guide id="7" orient="horz" pos="812">
          <p15:clr>
            <a:srgbClr xmlns:a="http://schemas.openxmlformats.org/drawingml/2006/main" val="F26B43"/>
          </p15:clr>
        </p15:guide>
        <p15:guide id="8" orient="horz" pos="3508">
          <p15:clr>
            <a:srgbClr xmlns:a="http://schemas.openxmlformats.org/drawingml/2006/main" val="F26B43"/>
          </p15:clr>
        </p15:guide>
        <p15:guide id="9" pos="2712">
          <p15:clr>
            <a:srgbClr xmlns:a="http://schemas.openxmlformats.org/drawingml/2006/main" val="F26B43"/>
          </p15:clr>
        </p15:guide>
        <p15:guide id="10" pos="2757">
          <p15:clr>
            <a:srgbClr xmlns:a="http://schemas.openxmlformats.org/drawingml/2006/main" val="F26B43"/>
          </p15:clr>
        </p15:guide>
        <p15:guide id="11" pos="4921">
          <p15:clr>
            <a:srgbClr xmlns:a="http://schemas.openxmlformats.org/drawingml/2006/main" val="F26B43"/>
          </p15:clr>
        </p15:guide>
        <p15:guide id="12" pos="4968">
          <p15:clr>
            <a:srgbClr xmlns:a="http://schemas.openxmlformats.org/drawingml/2006/main" val="F26B43"/>
          </p15:clr>
        </p15:guide>
        <p15:guide id="13" orient="horz" pos="1139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3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d1d79a6b20b4d6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5C1880D-E4BC-4B4B-875B-D6F6E628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3" y="233363"/>
            <a:ext cx="11725275" cy="63912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ZoneTexte 10">
            <a:extLst xmlns:a="http://schemas.openxmlformats.org/drawingml/2006/main">
              <a:ext uri="{FF2B5EF4-FFF2-40B4-BE49-F238E27FC236}">
                <a16:creationId xmlns:a16="http://schemas.microsoft.com/office/drawing/2014/main" id="{062087B4-6127-874D-8652-F5B4A739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303" y="6287426"/>
            <a:ext cx="367408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fld id="{BA6A69F9-9927-BA4C-8172-0FD11CA5671D}" type="slidenum">
              <a:rPr sz="800" b="1">
                <a:solidFill>
                  <a:srgbClr val="0078BE"/>
                </a:solidFill>
              </a:rPr>
              <a:t>‹#›</a:t>
            </a:fld>
            <a:endParaRPr sz="800" b="1">
              <a:solidFill>
                <a:srgbClr val="0078BE"/>
              </a:solidFill>
            </a:endParaRPr>
          </a:p>
        </p:txBody>
      </p:sp>
      <p:sp>
        <p:nvSpPr>
          <p:cNvPr id="13" name="Freeform 5">
            <a:extLst xmlns:a="http://schemas.openxmlformats.org/drawingml/2006/main">
              <a:ext uri="{FF2B5EF4-FFF2-40B4-BE49-F238E27FC236}">
                <a16:creationId xmlns:a16="http://schemas.microsoft.com/office/drawing/2014/main" id="{CFBCF2B1-EDB5-C04A-88A1-EA0476C0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60286" y="6282743"/>
            <a:ext cx="422484" cy="61098"/>
          </a:xfrm>
          <a:custGeom xmlns:a="http://schemas.openxmlformats.org/drawingml/2006/main">
            <a:gdLst>
              <a:gd name="T0" fmla="*/ 1276 w 1276"/>
              <a:gd name="T1" fmla="*/ 183 h 183"/>
              <a:gd name="T2" fmla="*/ 638 w 1276"/>
              <a:gd name="T3" fmla="*/ 0 h 183"/>
              <a:gd name="T4" fmla="*/ 0 w 1276"/>
              <a:gd name="T5" fmla="*/ 183 h 183"/>
              <a:gd name="T6" fmla="*/ 638 w 1276"/>
              <a:gd name="T7" fmla="*/ 92 h 183"/>
              <a:gd name="T8" fmla="*/ 1276 w 1276"/>
              <a:gd name="T9" fmla="*/ 183 h 183"/>
            </a:gdLst>
            <a:rect l="0" t="0" r="r" b="b"/>
            <a:pathLst>
              <a:path w="1276" h="183">
                <a:moveTo>
                  <a:pt x="1276" y="183"/>
                </a:moveTo>
                <a:cubicBezTo>
                  <a:pt x="1105" y="69"/>
                  <a:pt x="882" y="0"/>
                  <a:pt x="638" y="0"/>
                </a:cubicBezTo>
                <a:cubicBezTo>
                  <a:pt x="394" y="0"/>
                  <a:pt x="171" y="69"/>
                  <a:pt x="0" y="183"/>
                </a:cubicBezTo>
                <a:cubicBezTo>
                  <a:pt x="170" y="127"/>
                  <a:pt x="369" y="92"/>
                  <a:pt x="638" y="92"/>
                </a:cubicBezTo>
                <a:cubicBezTo>
                  <a:pt x="907" y="92"/>
                  <a:pt x="1106" y="127"/>
                  <a:pt x="1276" y="183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reeform 6">
            <a:extLst xmlns:a="http://schemas.openxmlformats.org/drawingml/2006/main">
              <a:ext uri="{FF2B5EF4-FFF2-40B4-BE49-F238E27FC236}">
                <a16:creationId xmlns:a16="http://schemas.microsoft.com/office/drawing/2014/main" id="{F7127D6A-78E0-C84E-BC7F-8FFC5621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62348" y="6363803"/>
            <a:ext cx="82969" cy="69256"/>
          </a:xfrm>
          <a:custGeom xmlns:a="http://schemas.openxmlformats.org/drawingml/2006/main">
            <a:gdLst>
              <a:gd name="T0" fmla="*/ 232 w 251"/>
              <a:gd name="T1" fmla="*/ 0 h 208"/>
              <a:gd name="T2" fmla="*/ 211 w 251"/>
              <a:gd name="T3" fmla="*/ 22 h 208"/>
              <a:gd name="T4" fmla="*/ 201 w 251"/>
              <a:gd name="T5" fmla="*/ 96 h 208"/>
              <a:gd name="T6" fmla="*/ 192 w 251"/>
              <a:gd name="T7" fmla="*/ 114 h 208"/>
              <a:gd name="T8" fmla="*/ 169 w 251"/>
              <a:gd name="T9" fmla="*/ 106 h 208"/>
              <a:gd name="T10" fmla="*/ 54 w 251"/>
              <a:gd name="T11" fmla="*/ 8 h 208"/>
              <a:gd name="T12" fmla="*/ 32 w 251"/>
              <a:gd name="T13" fmla="*/ 0 h 208"/>
              <a:gd name="T14" fmla="*/ 0 w 251"/>
              <a:gd name="T15" fmla="*/ 35 h 208"/>
              <a:gd name="T16" fmla="*/ 0 w 251"/>
              <a:gd name="T17" fmla="*/ 188 h 208"/>
              <a:gd name="T18" fmla="*/ 19 w 251"/>
              <a:gd name="T19" fmla="*/ 208 h 208"/>
              <a:gd name="T20" fmla="*/ 39 w 251"/>
              <a:gd name="T21" fmla="*/ 189 h 208"/>
              <a:gd name="T22" fmla="*/ 52 w 251"/>
              <a:gd name="T23" fmla="*/ 108 h 208"/>
              <a:gd name="T24" fmla="*/ 64 w 251"/>
              <a:gd name="T25" fmla="*/ 88 h 208"/>
              <a:gd name="T26" fmla="*/ 92 w 251"/>
              <a:gd name="T27" fmla="*/ 101 h 208"/>
              <a:gd name="T28" fmla="*/ 201 w 251"/>
              <a:gd name="T29" fmla="*/ 199 h 208"/>
              <a:gd name="T30" fmla="*/ 224 w 251"/>
              <a:gd name="T31" fmla="*/ 208 h 208"/>
              <a:gd name="T32" fmla="*/ 251 w 251"/>
              <a:gd name="T33" fmla="*/ 175 h 208"/>
              <a:gd name="T34" fmla="*/ 251 w 251"/>
              <a:gd name="T35" fmla="*/ 22 h 208"/>
              <a:gd name="T36" fmla="*/ 232 w 251"/>
              <a:gd name="T37" fmla="*/ 0 h 208"/>
            </a:gdLst>
            <a:rect l="0" t="0" r="r" b="b"/>
            <a:pathLst>
              <a:path w="251" h="208">
                <a:moveTo>
                  <a:pt x="232" y="0"/>
                </a:moveTo>
                <a:cubicBezTo>
                  <a:pt x="219" y="0"/>
                  <a:pt x="213" y="10"/>
                  <a:pt x="211" y="22"/>
                </a:cubicBezTo>
                <a:cubicBezTo>
                  <a:pt x="209" y="36"/>
                  <a:pt x="202" y="84"/>
                  <a:pt x="201" y="96"/>
                </a:cubicBezTo>
                <a:cubicBezTo>
                  <a:pt x="200" y="103"/>
                  <a:pt x="199" y="111"/>
                  <a:pt x="192" y="114"/>
                </a:cubicBezTo>
                <a:cubicBezTo>
                  <a:pt x="185" y="117"/>
                  <a:pt x="176" y="112"/>
                  <a:pt x="169" y="106"/>
                </a:cubicBezTo>
                <a:cubicBezTo>
                  <a:pt x="162" y="100"/>
                  <a:pt x="54" y="8"/>
                  <a:pt x="54" y="8"/>
                </a:cubicBezTo>
                <a:cubicBezTo>
                  <a:pt x="48" y="2"/>
                  <a:pt x="40" y="0"/>
                  <a:pt x="32" y="0"/>
                </a:cubicBezTo>
                <a:cubicBezTo>
                  <a:pt x="16" y="0"/>
                  <a:pt x="0" y="10"/>
                  <a:pt x="0" y="35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200"/>
                  <a:pt x="9" y="208"/>
                  <a:pt x="19" y="208"/>
                </a:cubicBezTo>
                <a:cubicBezTo>
                  <a:pt x="30" y="208"/>
                  <a:pt x="37" y="200"/>
                  <a:pt x="39" y="189"/>
                </a:cubicBezTo>
                <a:cubicBezTo>
                  <a:pt x="39" y="189"/>
                  <a:pt x="51" y="116"/>
                  <a:pt x="52" y="108"/>
                </a:cubicBezTo>
                <a:cubicBezTo>
                  <a:pt x="54" y="99"/>
                  <a:pt x="55" y="91"/>
                  <a:pt x="64" y="88"/>
                </a:cubicBezTo>
                <a:cubicBezTo>
                  <a:pt x="73" y="86"/>
                  <a:pt x="81" y="91"/>
                  <a:pt x="92" y="101"/>
                </a:cubicBezTo>
                <a:cubicBezTo>
                  <a:pt x="104" y="111"/>
                  <a:pt x="201" y="199"/>
                  <a:pt x="201" y="199"/>
                </a:cubicBezTo>
                <a:cubicBezTo>
                  <a:pt x="208" y="205"/>
                  <a:pt x="214" y="208"/>
                  <a:pt x="224" y="208"/>
                </a:cubicBezTo>
                <a:cubicBezTo>
                  <a:pt x="234" y="208"/>
                  <a:pt x="251" y="204"/>
                  <a:pt x="251" y="175"/>
                </a:cubicBezTo>
                <a:cubicBezTo>
                  <a:pt x="251" y="22"/>
                  <a:pt x="251" y="22"/>
                  <a:pt x="251" y="22"/>
                </a:cubicBezTo>
                <a:cubicBezTo>
                  <a:pt x="251" y="8"/>
                  <a:pt x="243" y="0"/>
                  <a:pt x="232" y="0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Freeform 7">
            <a:extLst xmlns:a="http://schemas.openxmlformats.org/drawingml/2006/main">
              <a:ext uri="{FF2B5EF4-FFF2-40B4-BE49-F238E27FC236}">
                <a16:creationId xmlns:a16="http://schemas.microsoft.com/office/drawing/2014/main" id="{F91FB79B-290D-9C42-9D3B-0342C3A7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89733" y="6362067"/>
            <a:ext cx="89044" cy="78976"/>
          </a:xfrm>
          <a:custGeom xmlns:a="http://schemas.openxmlformats.org/drawingml/2006/main">
            <a:gdLst>
              <a:gd name="T0" fmla="*/ 241 w 269"/>
              <a:gd name="T1" fmla="*/ 168 h 237"/>
              <a:gd name="T2" fmla="*/ 59 w 269"/>
              <a:gd name="T3" fmla="*/ 107 h 237"/>
              <a:gd name="T4" fmla="*/ 134 w 269"/>
              <a:gd name="T5" fmla="*/ 41 h 237"/>
              <a:gd name="T6" fmla="*/ 210 w 269"/>
              <a:gd name="T7" fmla="*/ 60 h 237"/>
              <a:gd name="T8" fmla="*/ 199 w 269"/>
              <a:gd name="T9" fmla="*/ 82 h 237"/>
              <a:gd name="T10" fmla="*/ 129 w 269"/>
              <a:gd name="T11" fmla="*/ 85 h 237"/>
              <a:gd name="T12" fmla="*/ 108 w 269"/>
              <a:gd name="T13" fmla="*/ 103 h 237"/>
              <a:gd name="T14" fmla="*/ 130 w 269"/>
              <a:gd name="T15" fmla="*/ 120 h 237"/>
              <a:gd name="T16" fmla="*/ 241 w 269"/>
              <a:gd name="T17" fmla="*/ 121 h 237"/>
              <a:gd name="T18" fmla="*/ 269 w 269"/>
              <a:gd name="T19" fmla="*/ 88 h 237"/>
              <a:gd name="T20" fmla="*/ 145 w 269"/>
              <a:gd name="T21" fmla="*/ 0 h 237"/>
              <a:gd name="T22" fmla="*/ 0 w 269"/>
              <a:gd name="T23" fmla="*/ 110 h 237"/>
              <a:gd name="T24" fmla="*/ 248 w 269"/>
              <a:gd name="T25" fmla="*/ 201 h 237"/>
              <a:gd name="T26" fmla="*/ 264 w 269"/>
              <a:gd name="T27" fmla="*/ 179 h 237"/>
              <a:gd name="T28" fmla="*/ 241 w 269"/>
              <a:gd name="T29" fmla="*/ 168 h 237"/>
            </a:gdLst>
            <a:rect l="0" t="0" r="r" b="b"/>
            <a:pathLst>
              <a:path w="269" h="237">
                <a:moveTo>
                  <a:pt x="241" y="168"/>
                </a:moveTo>
                <a:cubicBezTo>
                  <a:pt x="156" y="187"/>
                  <a:pt x="59" y="167"/>
                  <a:pt x="59" y="107"/>
                </a:cubicBezTo>
                <a:cubicBezTo>
                  <a:pt x="59" y="62"/>
                  <a:pt x="101" y="43"/>
                  <a:pt x="134" y="41"/>
                </a:cubicBezTo>
                <a:cubicBezTo>
                  <a:pt x="169" y="38"/>
                  <a:pt x="196" y="45"/>
                  <a:pt x="210" y="60"/>
                </a:cubicBezTo>
                <a:cubicBezTo>
                  <a:pt x="219" y="69"/>
                  <a:pt x="217" y="81"/>
                  <a:pt x="199" y="82"/>
                </a:cubicBezTo>
                <a:cubicBezTo>
                  <a:pt x="184" y="83"/>
                  <a:pt x="154" y="84"/>
                  <a:pt x="129" y="85"/>
                </a:cubicBezTo>
                <a:cubicBezTo>
                  <a:pt x="115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69" y="110"/>
                  <a:pt x="269" y="88"/>
                </a:cubicBezTo>
                <a:cubicBezTo>
                  <a:pt x="269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7" y="197"/>
                  <a:pt x="266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reeform 8">
            <a:extLst xmlns:a="http://schemas.openxmlformats.org/drawingml/2006/main">
              <a:ext uri="{FF2B5EF4-FFF2-40B4-BE49-F238E27FC236}">
                <a16:creationId xmlns:a16="http://schemas.microsoft.com/office/drawing/2014/main" id="{61887EEE-ED87-3943-AF19-842F56D7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63931" y="6362067"/>
            <a:ext cx="89391" cy="78976"/>
          </a:xfrm>
          <a:custGeom xmlns:a="http://schemas.openxmlformats.org/drawingml/2006/main">
            <a:gdLst>
              <a:gd name="T0" fmla="*/ 241 w 270"/>
              <a:gd name="T1" fmla="*/ 168 h 237"/>
              <a:gd name="T2" fmla="*/ 59 w 270"/>
              <a:gd name="T3" fmla="*/ 107 h 237"/>
              <a:gd name="T4" fmla="*/ 135 w 270"/>
              <a:gd name="T5" fmla="*/ 41 h 237"/>
              <a:gd name="T6" fmla="*/ 211 w 270"/>
              <a:gd name="T7" fmla="*/ 60 h 237"/>
              <a:gd name="T8" fmla="*/ 200 w 270"/>
              <a:gd name="T9" fmla="*/ 82 h 237"/>
              <a:gd name="T10" fmla="*/ 130 w 270"/>
              <a:gd name="T11" fmla="*/ 85 h 237"/>
              <a:gd name="T12" fmla="*/ 108 w 270"/>
              <a:gd name="T13" fmla="*/ 103 h 237"/>
              <a:gd name="T14" fmla="*/ 130 w 270"/>
              <a:gd name="T15" fmla="*/ 120 h 237"/>
              <a:gd name="T16" fmla="*/ 241 w 270"/>
              <a:gd name="T17" fmla="*/ 121 h 237"/>
              <a:gd name="T18" fmla="*/ 270 w 270"/>
              <a:gd name="T19" fmla="*/ 88 h 237"/>
              <a:gd name="T20" fmla="*/ 145 w 270"/>
              <a:gd name="T21" fmla="*/ 0 h 237"/>
              <a:gd name="T22" fmla="*/ 0 w 270"/>
              <a:gd name="T23" fmla="*/ 110 h 237"/>
              <a:gd name="T24" fmla="*/ 248 w 270"/>
              <a:gd name="T25" fmla="*/ 201 h 237"/>
              <a:gd name="T26" fmla="*/ 264 w 270"/>
              <a:gd name="T27" fmla="*/ 179 h 237"/>
              <a:gd name="T28" fmla="*/ 241 w 270"/>
              <a:gd name="T29" fmla="*/ 168 h 237"/>
            </a:gdLst>
            <a:rect l="0" t="0" r="r" b="b"/>
            <a:pathLst>
              <a:path w="270" h="237">
                <a:moveTo>
                  <a:pt x="241" y="168"/>
                </a:moveTo>
                <a:cubicBezTo>
                  <a:pt x="157" y="187"/>
                  <a:pt x="59" y="167"/>
                  <a:pt x="59" y="107"/>
                </a:cubicBezTo>
                <a:cubicBezTo>
                  <a:pt x="59" y="62"/>
                  <a:pt x="102" y="43"/>
                  <a:pt x="135" y="41"/>
                </a:cubicBezTo>
                <a:cubicBezTo>
                  <a:pt x="169" y="38"/>
                  <a:pt x="197" y="45"/>
                  <a:pt x="211" y="60"/>
                </a:cubicBezTo>
                <a:cubicBezTo>
                  <a:pt x="219" y="69"/>
                  <a:pt x="217" y="81"/>
                  <a:pt x="200" y="82"/>
                </a:cubicBezTo>
                <a:cubicBezTo>
                  <a:pt x="184" y="83"/>
                  <a:pt x="154" y="84"/>
                  <a:pt x="130" y="85"/>
                </a:cubicBezTo>
                <a:cubicBezTo>
                  <a:pt x="116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70" y="110"/>
                  <a:pt x="270" y="88"/>
                </a:cubicBezTo>
                <a:cubicBezTo>
                  <a:pt x="270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8" y="197"/>
                  <a:pt x="267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reeform 9">
            <a:extLst xmlns:a="http://schemas.openxmlformats.org/drawingml/2006/main">
              <a:ext uri="{FF2B5EF4-FFF2-40B4-BE49-F238E27FC236}">
                <a16:creationId xmlns:a16="http://schemas.microsoft.com/office/drawing/2014/main" id="{7576F4BB-E924-804D-9514-A0F24A31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1267" y="6382723"/>
            <a:ext cx="20481" cy="50336"/>
          </a:xfrm>
          <a:custGeom xmlns:a="http://schemas.openxmlformats.org/drawingml/2006/main">
            <a:gdLst>
              <a:gd name="T0" fmla="*/ 0 w 62"/>
              <a:gd name="T1" fmla="*/ 13 h 151"/>
              <a:gd name="T2" fmla="*/ 8 w 62"/>
              <a:gd name="T3" fmla="*/ 125 h 151"/>
              <a:gd name="T4" fmla="*/ 31 w 62"/>
              <a:gd name="T5" fmla="*/ 151 h 151"/>
              <a:gd name="T6" fmla="*/ 53 w 62"/>
              <a:gd name="T7" fmla="*/ 125 h 151"/>
              <a:gd name="T8" fmla="*/ 62 w 62"/>
              <a:gd name="T9" fmla="*/ 4 h 151"/>
              <a:gd name="T10" fmla="*/ 58 w 62"/>
              <a:gd name="T11" fmla="*/ 1 h 151"/>
              <a:gd name="T12" fmla="*/ 3 w 62"/>
              <a:gd name="T13" fmla="*/ 10 h 151"/>
              <a:gd name="T14" fmla="*/ 0 w 62"/>
              <a:gd name="T15" fmla="*/ 13 h 151"/>
            </a:gdLst>
            <a:rect l="0" t="0" r="r" b="b"/>
            <a:pathLst>
              <a:path w="62" h="151">
                <a:moveTo>
                  <a:pt x="0" y="13"/>
                </a:moveTo>
                <a:cubicBezTo>
                  <a:pt x="2" y="66"/>
                  <a:pt x="7" y="110"/>
                  <a:pt x="8" y="125"/>
                </a:cubicBezTo>
                <a:cubicBezTo>
                  <a:pt x="10" y="145"/>
                  <a:pt x="20" y="151"/>
                  <a:pt x="31" y="151"/>
                </a:cubicBezTo>
                <a:cubicBezTo>
                  <a:pt x="41" y="151"/>
                  <a:pt x="51" y="145"/>
                  <a:pt x="53" y="125"/>
                </a:cubicBezTo>
                <a:cubicBezTo>
                  <a:pt x="54" y="108"/>
                  <a:pt x="59" y="56"/>
                  <a:pt x="62" y="4"/>
                </a:cubicBezTo>
                <a:cubicBezTo>
                  <a:pt x="62" y="1"/>
                  <a:pt x="60" y="0"/>
                  <a:pt x="58" y="1"/>
                </a:cubicBezTo>
                <a:cubicBezTo>
                  <a:pt x="3" y="10"/>
                  <a:pt x="3" y="10"/>
                  <a:pt x="3" y="10"/>
                </a:cubicBezTo>
                <a:cubicBezTo>
                  <a:pt x="1" y="10"/>
                  <a:pt x="0" y="11"/>
                  <a:pt x="0" y="13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reeform 10">
            <a:extLst xmlns:a="http://schemas.openxmlformats.org/drawingml/2006/main">
              <a:ext uri="{FF2B5EF4-FFF2-40B4-BE49-F238E27FC236}">
                <a16:creationId xmlns:a16="http://schemas.microsoft.com/office/drawing/2014/main" id="{CA11FCBA-F255-8B4B-9244-0861E142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0572" y="6362067"/>
            <a:ext cx="21870" cy="17357"/>
          </a:xfrm>
          <a:custGeom xmlns:a="http://schemas.openxmlformats.org/drawingml/2006/main">
            <a:gdLst>
              <a:gd name="T0" fmla="*/ 33 w 66"/>
              <a:gd name="T1" fmla="*/ 0 h 52"/>
              <a:gd name="T2" fmla="*/ 0 w 66"/>
              <a:gd name="T3" fmla="*/ 32 h 52"/>
              <a:gd name="T4" fmla="*/ 1 w 66"/>
              <a:gd name="T5" fmla="*/ 48 h 52"/>
              <a:gd name="T6" fmla="*/ 5 w 66"/>
              <a:gd name="T7" fmla="*/ 51 h 52"/>
              <a:gd name="T8" fmla="*/ 62 w 66"/>
              <a:gd name="T9" fmla="*/ 42 h 52"/>
              <a:gd name="T10" fmla="*/ 65 w 66"/>
              <a:gd name="T11" fmla="*/ 39 h 52"/>
              <a:gd name="T12" fmla="*/ 65 w 66"/>
              <a:gd name="T13" fmla="*/ 32 h 52"/>
              <a:gd name="T14" fmla="*/ 33 w 66"/>
              <a:gd name="T15" fmla="*/ 0 h 52"/>
            </a:gdLst>
            <a:rect l="0" t="0" r="r" b="b"/>
            <a:pathLst>
              <a:path w="66" h="52">
                <a:moveTo>
                  <a:pt x="33" y="0"/>
                </a:moveTo>
                <a:cubicBezTo>
                  <a:pt x="7" y="0"/>
                  <a:pt x="0" y="20"/>
                  <a:pt x="0" y="32"/>
                </a:cubicBezTo>
                <a:cubicBezTo>
                  <a:pt x="0" y="34"/>
                  <a:pt x="1" y="40"/>
                  <a:pt x="1" y="48"/>
                </a:cubicBezTo>
                <a:cubicBezTo>
                  <a:pt x="1" y="50"/>
                  <a:pt x="3" y="52"/>
                  <a:pt x="5" y="51"/>
                </a:cubicBezTo>
                <a:cubicBezTo>
                  <a:pt x="62" y="42"/>
                  <a:pt x="62" y="42"/>
                  <a:pt x="62" y="42"/>
                </a:cubicBezTo>
                <a:cubicBezTo>
                  <a:pt x="64" y="42"/>
                  <a:pt x="65" y="40"/>
                  <a:pt x="65" y="39"/>
                </a:cubicBezTo>
                <a:cubicBezTo>
                  <a:pt x="65" y="36"/>
                  <a:pt x="65" y="33"/>
                  <a:pt x="65" y="32"/>
                </a:cubicBezTo>
                <a:cubicBezTo>
                  <a:pt x="66" y="20"/>
                  <a:pt x="58" y="0"/>
                  <a:pt x="33" y="0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Freeform 11">
            <a:extLst xmlns:a="http://schemas.openxmlformats.org/drawingml/2006/main">
              <a:ext uri="{FF2B5EF4-FFF2-40B4-BE49-F238E27FC236}">
                <a16:creationId xmlns:a16="http://schemas.microsoft.com/office/drawing/2014/main" id="{6E859C17-60F0-EE45-862A-E66F39CE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54344" y="6362067"/>
            <a:ext cx="99632" cy="72033"/>
          </a:xfrm>
          <a:custGeom xmlns:a="http://schemas.openxmlformats.org/drawingml/2006/main">
            <a:gdLst>
              <a:gd name="T0" fmla="*/ 269 w 301"/>
              <a:gd name="T1" fmla="*/ 84 h 216"/>
              <a:gd name="T2" fmla="*/ 153 w 301"/>
              <a:gd name="T3" fmla="*/ 85 h 216"/>
              <a:gd name="T4" fmla="*/ 130 w 301"/>
              <a:gd name="T5" fmla="*/ 103 h 216"/>
              <a:gd name="T6" fmla="*/ 152 w 301"/>
              <a:gd name="T7" fmla="*/ 120 h 216"/>
              <a:gd name="T8" fmla="*/ 227 w 301"/>
              <a:gd name="T9" fmla="*/ 124 h 216"/>
              <a:gd name="T10" fmla="*/ 241 w 301"/>
              <a:gd name="T11" fmla="*/ 145 h 216"/>
              <a:gd name="T12" fmla="*/ 157 w 301"/>
              <a:gd name="T13" fmla="*/ 175 h 216"/>
              <a:gd name="T14" fmla="*/ 60 w 301"/>
              <a:gd name="T15" fmla="*/ 107 h 216"/>
              <a:gd name="T16" fmla="*/ 233 w 301"/>
              <a:gd name="T17" fmla="*/ 43 h 216"/>
              <a:gd name="T18" fmla="*/ 258 w 301"/>
              <a:gd name="T19" fmla="*/ 32 h 216"/>
              <a:gd name="T20" fmla="*/ 239 w 301"/>
              <a:gd name="T21" fmla="*/ 9 h 216"/>
              <a:gd name="T22" fmla="*/ 158 w 301"/>
              <a:gd name="T23" fmla="*/ 0 h 216"/>
              <a:gd name="T24" fmla="*/ 0 w 301"/>
              <a:gd name="T25" fmla="*/ 109 h 216"/>
              <a:gd name="T26" fmla="*/ 157 w 301"/>
              <a:gd name="T27" fmla="*/ 216 h 216"/>
              <a:gd name="T28" fmla="*/ 301 w 301"/>
              <a:gd name="T29" fmla="*/ 117 h 216"/>
              <a:gd name="T30" fmla="*/ 269 w 301"/>
              <a:gd name="T31" fmla="*/ 84 h 216"/>
            </a:gdLst>
            <a:rect l="0" t="0" r="r" b="b"/>
            <a:pathLst>
              <a:path w="301" h="216">
                <a:moveTo>
                  <a:pt x="269" y="84"/>
                </a:moveTo>
                <a:cubicBezTo>
                  <a:pt x="250" y="84"/>
                  <a:pt x="191" y="85"/>
                  <a:pt x="153" y="85"/>
                </a:cubicBezTo>
                <a:cubicBezTo>
                  <a:pt x="134" y="85"/>
                  <a:pt x="130" y="95"/>
                  <a:pt x="130" y="103"/>
                </a:cubicBezTo>
                <a:cubicBezTo>
                  <a:pt x="130" y="110"/>
                  <a:pt x="135" y="119"/>
                  <a:pt x="152" y="120"/>
                </a:cubicBezTo>
                <a:cubicBezTo>
                  <a:pt x="178" y="121"/>
                  <a:pt x="211" y="123"/>
                  <a:pt x="227" y="124"/>
                </a:cubicBezTo>
                <a:cubicBezTo>
                  <a:pt x="247" y="125"/>
                  <a:pt x="248" y="135"/>
                  <a:pt x="241" y="145"/>
                </a:cubicBezTo>
                <a:cubicBezTo>
                  <a:pt x="227" y="163"/>
                  <a:pt x="192" y="175"/>
                  <a:pt x="157" y="175"/>
                </a:cubicBezTo>
                <a:cubicBezTo>
                  <a:pt x="111" y="175"/>
                  <a:pt x="60" y="148"/>
                  <a:pt x="60" y="107"/>
                </a:cubicBezTo>
                <a:cubicBezTo>
                  <a:pt x="60" y="68"/>
                  <a:pt x="103" y="24"/>
                  <a:pt x="233" y="43"/>
                </a:cubicBezTo>
                <a:cubicBezTo>
                  <a:pt x="244" y="44"/>
                  <a:pt x="256" y="42"/>
                  <a:pt x="258" y="32"/>
                </a:cubicBezTo>
                <a:cubicBezTo>
                  <a:pt x="261" y="20"/>
                  <a:pt x="254" y="13"/>
                  <a:pt x="239" y="9"/>
                </a:cubicBezTo>
                <a:cubicBezTo>
                  <a:pt x="210" y="2"/>
                  <a:pt x="183" y="0"/>
                  <a:pt x="158" y="0"/>
                </a:cubicBezTo>
                <a:cubicBezTo>
                  <a:pt x="70" y="0"/>
                  <a:pt x="0" y="41"/>
                  <a:pt x="0" y="109"/>
                </a:cubicBezTo>
                <a:cubicBezTo>
                  <a:pt x="0" y="181"/>
                  <a:pt x="70" y="216"/>
                  <a:pt x="157" y="216"/>
                </a:cubicBezTo>
                <a:cubicBezTo>
                  <a:pt x="254" y="216"/>
                  <a:pt x="301" y="163"/>
                  <a:pt x="301" y="117"/>
                </a:cubicBezTo>
                <a:cubicBezTo>
                  <a:pt x="301" y="93"/>
                  <a:pt x="289" y="84"/>
                  <a:pt x="269" y="84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Connecteur droit 22">
            <a:extLst xmlns:a="http://schemas.openxmlformats.org/drawingml/2006/main">
              <a:ext uri="{FF2B5EF4-FFF2-40B4-BE49-F238E27FC236}">
                <a16:creationId xmlns:a16="http://schemas.microsoft.com/office/drawing/2014/main" id="{8C84744A-27CC-4496-A3AA-EB9CBC04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5671" y="6295073"/>
            <a:ext cx="0" cy="177977"/>
          </a:xfrm>
          <a:prstGeom xmlns:a="http://schemas.openxmlformats.org/drawingml/2006/main" prst="line">
            <a:avLst/>
          </a:prstGeom>
          <a:ln xmlns:a="http://schemas.openxmlformats.org/drawingml/2006/main" w="6350">
            <a:gradFill rotWithShape="1">
              <a:gsLst>
                <a:gs pos="0">
                  <a:schemeClr val="bg1"/>
                </a:gs>
                <a:gs pos="52000">
                  <a:srgbClr val="0077C0"/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0" r:id="R3e5ca48449004d4a"/>
    <p:sldLayoutId xmlns:r="http://schemas.openxmlformats.org/officeDocument/2006/relationships" id="2147483681" r:id="Rcdb643d3369f47c0"/>
    <p:sldLayoutId xmlns:r="http://schemas.openxmlformats.org/officeDocument/2006/relationships" id="2147483682" r:id="Ra7c2e823b28a49ac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800" b="1" i="0" u="none" cap="all" baseline="0">
          <a:solidFill>
            <a:schemeClr val="accent1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47">
          <p15:clr>
            <a:srgbClr xmlns:a="http://schemas.openxmlformats.org/drawingml/2006/main" val="F26B43"/>
          </p15:clr>
        </p15:guide>
        <p15:guide id="2" pos="7133">
          <p15:clr>
            <a:srgbClr xmlns:a="http://schemas.openxmlformats.org/drawingml/2006/main" val="F26B43"/>
          </p15:clr>
        </p15:guide>
        <p15:guide id="3" orient="horz" pos="482">
          <p15:clr>
            <a:srgbClr xmlns:a="http://schemas.openxmlformats.org/drawingml/2006/main" val="F26B43"/>
          </p15:clr>
        </p15:guide>
        <p15:guide id="4" orient="horz" pos="3838">
          <p15:clr>
            <a:srgbClr xmlns:a="http://schemas.openxmlformats.org/drawingml/2006/main" val="F26B43"/>
          </p15:clr>
        </p15:guide>
        <p15:guide id="5" pos="888">
          <p15:clr>
            <a:srgbClr xmlns:a="http://schemas.openxmlformats.org/drawingml/2006/main" val="F26B43"/>
          </p15:clr>
        </p15:guide>
        <p15:guide id="6" pos="6792">
          <p15:clr>
            <a:srgbClr xmlns:a="http://schemas.openxmlformats.org/drawingml/2006/main" val="F26B43"/>
          </p15:clr>
        </p15:guide>
        <p15:guide id="7" orient="horz" pos="812">
          <p15:clr>
            <a:srgbClr xmlns:a="http://schemas.openxmlformats.org/drawingml/2006/main" val="F26B43"/>
          </p15:clr>
        </p15:guide>
        <p15:guide id="8" orient="horz" pos="3508">
          <p15:clr>
            <a:srgbClr xmlns:a="http://schemas.openxmlformats.org/drawingml/2006/main" val="F26B43"/>
          </p15:clr>
        </p15:guide>
        <p15:guide id="9" pos="2712">
          <p15:clr>
            <a:srgbClr xmlns:a="http://schemas.openxmlformats.org/drawingml/2006/main" val="F26B43"/>
          </p15:clr>
        </p15:guide>
        <p15:guide id="10" pos="2757">
          <p15:clr>
            <a:srgbClr xmlns:a="http://schemas.openxmlformats.org/drawingml/2006/main" val="F26B43"/>
          </p15:clr>
        </p15:guide>
        <p15:guide id="11" pos="4921">
          <p15:clr>
            <a:srgbClr xmlns:a="http://schemas.openxmlformats.org/drawingml/2006/main" val="F26B43"/>
          </p15:clr>
        </p15:guide>
        <p15:guide id="12" pos="4968">
          <p15:clr>
            <a:srgbClr xmlns:a="http://schemas.openxmlformats.org/drawingml/2006/main" val="F26B43"/>
          </p15:clr>
        </p15:guide>
        <p15:guide id="13" orient="horz" pos="1139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4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09aad1f2486471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5C1880D-E4BC-4B4B-875B-D6F6E628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3" y="233363"/>
            <a:ext cx="11725275" cy="63912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ZoneTexte 10">
            <a:extLst xmlns:a="http://schemas.openxmlformats.org/drawingml/2006/main">
              <a:ext uri="{FF2B5EF4-FFF2-40B4-BE49-F238E27FC236}">
                <a16:creationId xmlns:a16="http://schemas.microsoft.com/office/drawing/2014/main" id="{062087B4-6127-874D-8652-F5B4A739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303" y="6287426"/>
            <a:ext cx="367408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fld id="{BA6A69F9-9927-BA4C-8172-0FD11CA5671D}" type="slidenum">
              <a:rPr sz="800" b="1">
                <a:solidFill>
                  <a:srgbClr val="0078BE"/>
                </a:solidFill>
              </a:rPr>
              <a:t>‹#›</a:t>
            </a:fld>
            <a:endParaRPr sz="800" b="1">
              <a:solidFill>
                <a:srgbClr val="0078BE"/>
              </a:solidFill>
            </a:endParaRPr>
          </a:p>
        </p:txBody>
      </p:sp>
      <p:sp>
        <p:nvSpPr>
          <p:cNvPr id="13" name="Freeform 5">
            <a:extLst xmlns:a="http://schemas.openxmlformats.org/drawingml/2006/main">
              <a:ext uri="{FF2B5EF4-FFF2-40B4-BE49-F238E27FC236}">
                <a16:creationId xmlns:a16="http://schemas.microsoft.com/office/drawing/2014/main" id="{CFBCF2B1-EDB5-C04A-88A1-EA0476C0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60286" y="6282743"/>
            <a:ext cx="422484" cy="61098"/>
          </a:xfrm>
          <a:custGeom xmlns:a="http://schemas.openxmlformats.org/drawingml/2006/main">
            <a:gdLst>
              <a:gd name="T0" fmla="*/ 1276 w 1276"/>
              <a:gd name="T1" fmla="*/ 183 h 183"/>
              <a:gd name="T2" fmla="*/ 638 w 1276"/>
              <a:gd name="T3" fmla="*/ 0 h 183"/>
              <a:gd name="T4" fmla="*/ 0 w 1276"/>
              <a:gd name="T5" fmla="*/ 183 h 183"/>
              <a:gd name="T6" fmla="*/ 638 w 1276"/>
              <a:gd name="T7" fmla="*/ 92 h 183"/>
              <a:gd name="T8" fmla="*/ 1276 w 1276"/>
              <a:gd name="T9" fmla="*/ 183 h 183"/>
            </a:gdLst>
            <a:rect l="0" t="0" r="r" b="b"/>
            <a:pathLst>
              <a:path w="1276" h="183">
                <a:moveTo>
                  <a:pt x="1276" y="183"/>
                </a:moveTo>
                <a:cubicBezTo>
                  <a:pt x="1105" y="69"/>
                  <a:pt x="882" y="0"/>
                  <a:pt x="638" y="0"/>
                </a:cubicBezTo>
                <a:cubicBezTo>
                  <a:pt x="394" y="0"/>
                  <a:pt x="171" y="69"/>
                  <a:pt x="0" y="183"/>
                </a:cubicBezTo>
                <a:cubicBezTo>
                  <a:pt x="170" y="127"/>
                  <a:pt x="369" y="92"/>
                  <a:pt x="638" y="92"/>
                </a:cubicBezTo>
                <a:cubicBezTo>
                  <a:pt x="907" y="92"/>
                  <a:pt x="1106" y="127"/>
                  <a:pt x="1276" y="183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Freeform 6">
            <a:extLst xmlns:a="http://schemas.openxmlformats.org/drawingml/2006/main">
              <a:ext uri="{FF2B5EF4-FFF2-40B4-BE49-F238E27FC236}">
                <a16:creationId xmlns:a16="http://schemas.microsoft.com/office/drawing/2014/main" id="{F7127D6A-78E0-C84E-BC7F-8FFC5621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62348" y="6363803"/>
            <a:ext cx="82969" cy="69256"/>
          </a:xfrm>
          <a:custGeom xmlns:a="http://schemas.openxmlformats.org/drawingml/2006/main">
            <a:gdLst>
              <a:gd name="T0" fmla="*/ 232 w 251"/>
              <a:gd name="T1" fmla="*/ 0 h 208"/>
              <a:gd name="T2" fmla="*/ 211 w 251"/>
              <a:gd name="T3" fmla="*/ 22 h 208"/>
              <a:gd name="T4" fmla="*/ 201 w 251"/>
              <a:gd name="T5" fmla="*/ 96 h 208"/>
              <a:gd name="T6" fmla="*/ 192 w 251"/>
              <a:gd name="T7" fmla="*/ 114 h 208"/>
              <a:gd name="T8" fmla="*/ 169 w 251"/>
              <a:gd name="T9" fmla="*/ 106 h 208"/>
              <a:gd name="T10" fmla="*/ 54 w 251"/>
              <a:gd name="T11" fmla="*/ 8 h 208"/>
              <a:gd name="T12" fmla="*/ 32 w 251"/>
              <a:gd name="T13" fmla="*/ 0 h 208"/>
              <a:gd name="T14" fmla="*/ 0 w 251"/>
              <a:gd name="T15" fmla="*/ 35 h 208"/>
              <a:gd name="T16" fmla="*/ 0 w 251"/>
              <a:gd name="T17" fmla="*/ 188 h 208"/>
              <a:gd name="T18" fmla="*/ 19 w 251"/>
              <a:gd name="T19" fmla="*/ 208 h 208"/>
              <a:gd name="T20" fmla="*/ 39 w 251"/>
              <a:gd name="T21" fmla="*/ 189 h 208"/>
              <a:gd name="T22" fmla="*/ 52 w 251"/>
              <a:gd name="T23" fmla="*/ 108 h 208"/>
              <a:gd name="T24" fmla="*/ 64 w 251"/>
              <a:gd name="T25" fmla="*/ 88 h 208"/>
              <a:gd name="T26" fmla="*/ 92 w 251"/>
              <a:gd name="T27" fmla="*/ 101 h 208"/>
              <a:gd name="T28" fmla="*/ 201 w 251"/>
              <a:gd name="T29" fmla="*/ 199 h 208"/>
              <a:gd name="T30" fmla="*/ 224 w 251"/>
              <a:gd name="T31" fmla="*/ 208 h 208"/>
              <a:gd name="T32" fmla="*/ 251 w 251"/>
              <a:gd name="T33" fmla="*/ 175 h 208"/>
              <a:gd name="T34" fmla="*/ 251 w 251"/>
              <a:gd name="T35" fmla="*/ 22 h 208"/>
              <a:gd name="T36" fmla="*/ 232 w 251"/>
              <a:gd name="T37" fmla="*/ 0 h 208"/>
            </a:gdLst>
            <a:rect l="0" t="0" r="r" b="b"/>
            <a:pathLst>
              <a:path w="251" h="208">
                <a:moveTo>
                  <a:pt x="232" y="0"/>
                </a:moveTo>
                <a:cubicBezTo>
                  <a:pt x="219" y="0"/>
                  <a:pt x="213" y="10"/>
                  <a:pt x="211" y="22"/>
                </a:cubicBezTo>
                <a:cubicBezTo>
                  <a:pt x="209" y="36"/>
                  <a:pt x="202" y="84"/>
                  <a:pt x="201" y="96"/>
                </a:cubicBezTo>
                <a:cubicBezTo>
                  <a:pt x="200" y="103"/>
                  <a:pt x="199" y="111"/>
                  <a:pt x="192" y="114"/>
                </a:cubicBezTo>
                <a:cubicBezTo>
                  <a:pt x="185" y="117"/>
                  <a:pt x="176" y="112"/>
                  <a:pt x="169" y="106"/>
                </a:cubicBezTo>
                <a:cubicBezTo>
                  <a:pt x="162" y="100"/>
                  <a:pt x="54" y="8"/>
                  <a:pt x="54" y="8"/>
                </a:cubicBezTo>
                <a:cubicBezTo>
                  <a:pt x="48" y="2"/>
                  <a:pt x="40" y="0"/>
                  <a:pt x="32" y="0"/>
                </a:cubicBezTo>
                <a:cubicBezTo>
                  <a:pt x="16" y="0"/>
                  <a:pt x="0" y="10"/>
                  <a:pt x="0" y="35"/>
                </a:cubicBezTo>
                <a:cubicBezTo>
                  <a:pt x="0" y="188"/>
                  <a:pt x="0" y="188"/>
                  <a:pt x="0" y="188"/>
                </a:cubicBezTo>
                <a:cubicBezTo>
                  <a:pt x="0" y="200"/>
                  <a:pt x="9" y="208"/>
                  <a:pt x="19" y="208"/>
                </a:cubicBezTo>
                <a:cubicBezTo>
                  <a:pt x="30" y="208"/>
                  <a:pt x="37" y="200"/>
                  <a:pt x="39" y="189"/>
                </a:cubicBezTo>
                <a:cubicBezTo>
                  <a:pt x="39" y="189"/>
                  <a:pt x="51" y="116"/>
                  <a:pt x="52" y="108"/>
                </a:cubicBezTo>
                <a:cubicBezTo>
                  <a:pt x="54" y="99"/>
                  <a:pt x="55" y="91"/>
                  <a:pt x="64" y="88"/>
                </a:cubicBezTo>
                <a:cubicBezTo>
                  <a:pt x="73" y="86"/>
                  <a:pt x="81" y="91"/>
                  <a:pt x="92" y="101"/>
                </a:cubicBezTo>
                <a:cubicBezTo>
                  <a:pt x="104" y="111"/>
                  <a:pt x="201" y="199"/>
                  <a:pt x="201" y="199"/>
                </a:cubicBezTo>
                <a:cubicBezTo>
                  <a:pt x="208" y="205"/>
                  <a:pt x="214" y="208"/>
                  <a:pt x="224" y="208"/>
                </a:cubicBezTo>
                <a:cubicBezTo>
                  <a:pt x="234" y="208"/>
                  <a:pt x="251" y="204"/>
                  <a:pt x="251" y="175"/>
                </a:cubicBezTo>
                <a:cubicBezTo>
                  <a:pt x="251" y="22"/>
                  <a:pt x="251" y="22"/>
                  <a:pt x="251" y="22"/>
                </a:cubicBezTo>
                <a:cubicBezTo>
                  <a:pt x="251" y="8"/>
                  <a:pt x="243" y="0"/>
                  <a:pt x="232" y="0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Freeform 7">
            <a:extLst xmlns:a="http://schemas.openxmlformats.org/drawingml/2006/main">
              <a:ext uri="{FF2B5EF4-FFF2-40B4-BE49-F238E27FC236}">
                <a16:creationId xmlns:a16="http://schemas.microsoft.com/office/drawing/2014/main" id="{F91FB79B-290D-9C42-9D3B-0342C3A7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89733" y="6362067"/>
            <a:ext cx="89044" cy="78976"/>
          </a:xfrm>
          <a:custGeom xmlns:a="http://schemas.openxmlformats.org/drawingml/2006/main">
            <a:gdLst>
              <a:gd name="T0" fmla="*/ 241 w 269"/>
              <a:gd name="T1" fmla="*/ 168 h 237"/>
              <a:gd name="T2" fmla="*/ 59 w 269"/>
              <a:gd name="T3" fmla="*/ 107 h 237"/>
              <a:gd name="T4" fmla="*/ 134 w 269"/>
              <a:gd name="T5" fmla="*/ 41 h 237"/>
              <a:gd name="T6" fmla="*/ 210 w 269"/>
              <a:gd name="T7" fmla="*/ 60 h 237"/>
              <a:gd name="T8" fmla="*/ 199 w 269"/>
              <a:gd name="T9" fmla="*/ 82 h 237"/>
              <a:gd name="T10" fmla="*/ 129 w 269"/>
              <a:gd name="T11" fmla="*/ 85 h 237"/>
              <a:gd name="T12" fmla="*/ 108 w 269"/>
              <a:gd name="T13" fmla="*/ 103 h 237"/>
              <a:gd name="T14" fmla="*/ 130 w 269"/>
              <a:gd name="T15" fmla="*/ 120 h 237"/>
              <a:gd name="T16" fmla="*/ 241 w 269"/>
              <a:gd name="T17" fmla="*/ 121 h 237"/>
              <a:gd name="T18" fmla="*/ 269 w 269"/>
              <a:gd name="T19" fmla="*/ 88 h 237"/>
              <a:gd name="T20" fmla="*/ 145 w 269"/>
              <a:gd name="T21" fmla="*/ 0 h 237"/>
              <a:gd name="T22" fmla="*/ 0 w 269"/>
              <a:gd name="T23" fmla="*/ 110 h 237"/>
              <a:gd name="T24" fmla="*/ 248 w 269"/>
              <a:gd name="T25" fmla="*/ 201 h 237"/>
              <a:gd name="T26" fmla="*/ 264 w 269"/>
              <a:gd name="T27" fmla="*/ 179 h 237"/>
              <a:gd name="T28" fmla="*/ 241 w 269"/>
              <a:gd name="T29" fmla="*/ 168 h 237"/>
            </a:gdLst>
            <a:rect l="0" t="0" r="r" b="b"/>
            <a:pathLst>
              <a:path w="269" h="237">
                <a:moveTo>
                  <a:pt x="241" y="168"/>
                </a:moveTo>
                <a:cubicBezTo>
                  <a:pt x="156" y="187"/>
                  <a:pt x="59" y="167"/>
                  <a:pt x="59" y="107"/>
                </a:cubicBezTo>
                <a:cubicBezTo>
                  <a:pt x="59" y="62"/>
                  <a:pt x="101" y="43"/>
                  <a:pt x="134" y="41"/>
                </a:cubicBezTo>
                <a:cubicBezTo>
                  <a:pt x="169" y="38"/>
                  <a:pt x="196" y="45"/>
                  <a:pt x="210" y="60"/>
                </a:cubicBezTo>
                <a:cubicBezTo>
                  <a:pt x="219" y="69"/>
                  <a:pt x="217" y="81"/>
                  <a:pt x="199" y="82"/>
                </a:cubicBezTo>
                <a:cubicBezTo>
                  <a:pt x="184" y="83"/>
                  <a:pt x="154" y="84"/>
                  <a:pt x="129" y="85"/>
                </a:cubicBezTo>
                <a:cubicBezTo>
                  <a:pt x="115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69" y="110"/>
                  <a:pt x="269" y="88"/>
                </a:cubicBezTo>
                <a:cubicBezTo>
                  <a:pt x="269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7" y="197"/>
                  <a:pt x="266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reeform 8">
            <a:extLst xmlns:a="http://schemas.openxmlformats.org/drawingml/2006/main">
              <a:ext uri="{FF2B5EF4-FFF2-40B4-BE49-F238E27FC236}">
                <a16:creationId xmlns:a16="http://schemas.microsoft.com/office/drawing/2014/main" id="{61887EEE-ED87-3943-AF19-842F56D71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63931" y="6362067"/>
            <a:ext cx="89391" cy="78976"/>
          </a:xfrm>
          <a:custGeom xmlns:a="http://schemas.openxmlformats.org/drawingml/2006/main">
            <a:gdLst>
              <a:gd name="T0" fmla="*/ 241 w 270"/>
              <a:gd name="T1" fmla="*/ 168 h 237"/>
              <a:gd name="T2" fmla="*/ 59 w 270"/>
              <a:gd name="T3" fmla="*/ 107 h 237"/>
              <a:gd name="T4" fmla="*/ 135 w 270"/>
              <a:gd name="T5" fmla="*/ 41 h 237"/>
              <a:gd name="T6" fmla="*/ 211 w 270"/>
              <a:gd name="T7" fmla="*/ 60 h 237"/>
              <a:gd name="T8" fmla="*/ 200 w 270"/>
              <a:gd name="T9" fmla="*/ 82 h 237"/>
              <a:gd name="T10" fmla="*/ 130 w 270"/>
              <a:gd name="T11" fmla="*/ 85 h 237"/>
              <a:gd name="T12" fmla="*/ 108 w 270"/>
              <a:gd name="T13" fmla="*/ 103 h 237"/>
              <a:gd name="T14" fmla="*/ 130 w 270"/>
              <a:gd name="T15" fmla="*/ 120 h 237"/>
              <a:gd name="T16" fmla="*/ 241 w 270"/>
              <a:gd name="T17" fmla="*/ 121 h 237"/>
              <a:gd name="T18" fmla="*/ 270 w 270"/>
              <a:gd name="T19" fmla="*/ 88 h 237"/>
              <a:gd name="T20" fmla="*/ 145 w 270"/>
              <a:gd name="T21" fmla="*/ 0 h 237"/>
              <a:gd name="T22" fmla="*/ 0 w 270"/>
              <a:gd name="T23" fmla="*/ 110 h 237"/>
              <a:gd name="T24" fmla="*/ 248 w 270"/>
              <a:gd name="T25" fmla="*/ 201 h 237"/>
              <a:gd name="T26" fmla="*/ 264 w 270"/>
              <a:gd name="T27" fmla="*/ 179 h 237"/>
              <a:gd name="T28" fmla="*/ 241 w 270"/>
              <a:gd name="T29" fmla="*/ 168 h 237"/>
            </a:gdLst>
            <a:rect l="0" t="0" r="r" b="b"/>
            <a:pathLst>
              <a:path w="270" h="237">
                <a:moveTo>
                  <a:pt x="241" y="168"/>
                </a:moveTo>
                <a:cubicBezTo>
                  <a:pt x="157" y="187"/>
                  <a:pt x="59" y="167"/>
                  <a:pt x="59" y="107"/>
                </a:cubicBezTo>
                <a:cubicBezTo>
                  <a:pt x="59" y="62"/>
                  <a:pt x="102" y="43"/>
                  <a:pt x="135" y="41"/>
                </a:cubicBezTo>
                <a:cubicBezTo>
                  <a:pt x="169" y="38"/>
                  <a:pt x="197" y="45"/>
                  <a:pt x="211" y="60"/>
                </a:cubicBezTo>
                <a:cubicBezTo>
                  <a:pt x="219" y="69"/>
                  <a:pt x="217" y="81"/>
                  <a:pt x="200" y="82"/>
                </a:cubicBezTo>
                <a:cubicBezTo>
                  <a:pt x="184" y="83"/>
                  <a:pt x="154" y="84"/>
                  <a:pt x="130" y="85"/>
                </a:cubicBezTo>
                <a:cubicBezTo>
                  <a:pt x="116" y="85"/>
                  <a:pt x="108" y="93"/>
                  <a:pt x="108" y="103"/>
                </a:cubicBezTo>
                <a:cubicBezTo>
                  <a:pt x="108" y="111"/>
                  <a:pt x="114" y="120"/>
                  <a:pt x="130" y="120"/>
                </a:cubicBezTo>
                <a:cubicBezTo>
                  <a:pt x="153" y="120"/>
                  <a:pt x="212" y="121"/>
                  <a:pt x="241" y="121"/>
                </a:cubicBezTo>
                <a:cubicBezTo>
                  <a:pt x="260" y="121"/>
                  <a:pt x="270" y="110"/>
                  <a:pt x="270" y="88"/>
                </a:cubicBezTo>
                <a:cubicBezTo>
                  <a:pt x="270" y="53"/>
                  <a:pt x="238" y="0"/>
                  <a:pt x="145" y="0"/>
                </a:cubicBezTo>
                <a:cubicBezTo>
                  <a:pt x="61" y="0"/>
                  <a:pt x="0" y="42"/>
                  <a:pt x="0" y="110"/>
                </a:cubicBezTo>
                <a:cubicBezTo>
                  <a:pt x="0" y="207"/>
                  <a:pt x="143" y="237"/>
                  <a:pt x="248" y="201"/>
                </a:cubicBezTo>
                <a:cubicBezTo>
                  <a:pt x="258" y="197"/>
                  <a:pt x="267" y="190"/>
                  <a:pt x="264" y="179"/>
                </a:cubicBezTo>
                <a:cubicBezTo>
                  <a:pt x="261" y="169"/>
                  <a:pt x="253" y="166"/>
                  <a:pt x="241" y="168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reeform 9">
            <a:extLst xmlns:a="http://schemas.openxmlformats.org/drawingml/2006/main">
              <a:ext uri="{FF2B5EF4-FFF2-40B4-BE49-F238E27FC236}">
                <a16:creationId xmlns:a16="http://schemas.microsoft.com/office/drawing/2014/main" id="{7576F4BB-E924-804D-9514-A0F24A31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1267" y="6382723"/>
            <a:ext cx="20481" cy="50336"/>
          </a:xfrm>
          <a:custGeom xmlns:a="http://schemas.openxmlformats.org/drawingml/2006/main">
            <a:gdLst>
              <a:gd name="T0" fmla="*/ 0 w 62"/>
              <a:gd name="T1" fmla="*/ 13 h 151"/>
              <a:gd name="T2" fmla="*/ 8 w 62"/>
              <a:gd name="T3" fmla="*/ 125 h 151"/>
              <a:gd name="T4" fmla="*/ 31 w 62"/>
              <a:gd name="T5" fmla="*/ 151 h 151"/>
              <a:gd name="T6" fmla="*/ 53 w 62"/>
              <a:gd name="T7" fmla="*/ 125 h 151"/>
              <a:gd name="T8" fmla="*/ 62 w 62"/>
              <a:gd name="T9" fmla="*/ 4 h 151"/>
              <a:gd name="T10" fmla="*/ 58 w 62"/>
              <a:gd name="T11" fmla="*/ 1 h 151"/>
              <a:gd name="T12" fmla="*/ 3 w 62"/>
              <a:gd name="T13" fmla="*/ 10 h 151"/>
              <a:gd name="T14" fmla="*/ 0 w 62"/>
              <a:gd name="T15" fmla="*/ 13 h 151"/>
            </a:gdLst>
            <a:rect l="0" t="0" r="r" b="b"/>
            <a:pathLst>
              <a:path w="62" h="151">
                <a:moveTo>
                  <a:pt x="0" y="13"/>
                </a:moveTo>
                <a:cubicBezTo>
                  <a:pt x="2" y="66"/>
                  <a:pt x="7" y="110"/>
                  <a:pt x="8" y="125"/>
                </a:cubicBezTo>
                <a:cubicBezTo>
                  <a:pt x="10" y="145"/>
                  <a:pt x="20" y="151"/>
                  <a:pt x="31" y="151"/>
                </a:cubicBezTo>
                <a:cubicBezTo>
                  <a:pt x="41" y="151"/>
                  <a:pt x="51" y="145"/>
                  <a:pt x="53" y="125"/>
                </a:cubicBezTo>
                <a:cubicBezTo>
                  <a:pt x="54" y="108"/>
                  <a:pt x="59" y="56"/>
                  <a:pt x="62" y="4"/>
                </a:cubicBezTo>
                <a:cubicBezTo>
                  <a:pt x="62" y="1"/>
                  <a:pt x="60" y="0"/>
                  <a:pt x="58" y="1"/>
                </a:cubicBezTo>
                <a:cubicBezTo>
                  <a:pt x="3" y="10"/>
                  <a:pt x="3" y="10"/>
                  <a:pt x="3" y="10"/>
                </a:cubicBezTo>
                <a:cubicBezTo>
                  <a:pt x="1" y="10"/>
                  <a:pt x="0" y="11"/>
                  <a:pt x="0" y="13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reeform 10">
            <a:extLst xmlns:a="http://schemas.openxmlformats.org/drawingml/2006/main">
              <a:ext uri="{FF2B5EF4-FFF2-40B4-BE49-F238E27FC236}">
                <a16:creationId xmlns:a16="http://schemas.microsoft.com/office/drawing/2014/main" id="{CA11FCBA-F255-8B4B-9244-0861E142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0572" y="6362067"/>
            <a:ext cx="21870" cy="17357"/>
          </a:xfrm>
          <a:custGeom xmlns:a="http://schemas.openxmlformats.org/drawingml/2006/main">
            <a:gdLst>
              <a:gd name="T0" fmla="*/ 33 w 66"/>
              <a:gd name="T1" fmla="*/ 0 h 52"/>
              <a:gd name="T2" fmla="*/ 0 w 66"/>
              <a:gd name="T3" fmla="*/ 32 h 52"/>
              <a:gd name="T4" fmla="*/ 1 w 66"/>
              <a:gd name="T5" fmla="*/ 48 h 52"/>
              <a:gd name="T6" fmla="*/ 5 w 66"/>
              <a:gd name="T7" fmla="*/ 51 h 52"/>
              <a:gd name="T8" fmla="*/ 62 w 66"/>
              <a:gd name="T9" fmla="*/ 42 h 52"/>
              <a:gd name="T10" fmla="*/ 65 w 66"/>
              <a:gd name="T11" fmla="*/ 39 h 52"/>
              <a:gd name="T12" fmla="*/ 65 w 66"/>
              <a:gd name="T13" fmla="*/ 32 h 52"/>
              <a:gd name="T14" fmla="*/ 33 w 66"/>
              <a:gd name="T15" fmla="*/ 0 h 52"/>
            </a:gdLst>
            <a:rect l="0" t="0" r="r" b="b"/>
            <a:pathLst>
              <a:path w="66" h="52">
                <a:moveTo>
                  <a:pt x="33" y="0"/>
                </a:moveTo>
                <a:cubicBezTo>
                  <a:pt x="7" y="0"/>
                  <a:pt x="0" y="20"/>
                  <a:pt x="0" y="32"/>
                </a:cubicBezTo>
                <a:cubicBezTo>
                  <a:pt x="0" y="34"/>
                  <a:pt x="1" y="40"/>
                  <a:pt x="1" y="48"/>
                </a:cubicBezTo>
                <a:cubicBezTo>
                  <a:pt x="1" y="50"/>
                  <a:pt x="3" y="52"/>
                  <a:pt x="5" y="51"/>
                </a:cubicBezTo>
                <a:cubicBezTo>
                  <a:pt x="62" y="42"/>
                  <a:pt x="62" y="42"/>
                  <a:pt x="62" y="42"/>
                </a:cubicBezTo>
                <a:cubicBezTo>
                  <a:pt x="64" y="42"/>
                  <a:pt x="65" y="40"/>
                  <a:pt x="65" y="39"/>
                </a:cubicBezTo>
                <a:cubicBezTo>
                  <a:pt x="65" y="36"/>
                  <a:pt x="65" y="33"/>
                  <a:pt x="65" y="32"/>
                </a:cubicBezTo>
                <a:cubicBezTo>
                  <a:pt x="66" y="20"/>
                  <a:pt x="58" y="0"/>
                  <a:pt x="33" y="0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Freeform 11">
            <a:extLst xmlns:a="http://schemas.openxmlformats.org/drawingml/2006/main">
              <a:ext uri="{FF2B5EF4-FFF2-40B4-BE49-F238E27FC236}">
                <a16:creationId xmlns:a16="http://schemas.microsoft.com/office/drawing/2014/main" id="{6E859C17-60F0-EE45-862A-E66F39CE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54344" y="6362067"/>
            <a:ext cx="99632" cy="72033"/>
          </a:xfrm>
          <a:custGeom xmlns:a="http://schemas.openxmlformats.org/drawingml/2006/main">
            <a:gdLst>
              <a:gd name="T0" fmla="*/ 269 w 301"/>
              <a:gd name="T1" fmla="*/ 84 h 216"/>
              <a:gd name="T2" fmla="*/ 153 w 301"/>
              <a:gd name="T3" fmla="*/ 85 h 216"/>
              <a:gd name="T4" fmla="*/ 130 w 301"/>
              <a:gd name="T5" fmla="*/ 103 h 216"/>
              <a:gd name="T6" fmla="*/ 152 w 301"/>
              <a:gd name="T7" fmla="*/ 120 h 216"/>
              <a:gd name="T8" fmla="*/ 227 w 301"/>
              <a:gd name="T9" fmla="*/ 124 h 216"/>
              <a:gd name="T10" fmla="*/ 241 w 301"/>
              <a:gd name="T11" fmla="*/ 145 h 216"/>
              <a:gd name="T12" fmla="*/ 157 w 301"/>
              <a:gd name="T13" fmla="*/ 175 h 216"/>
              <a:gd name="T14" fmla="*/ 60 w 301"/>
              <a:gd name="T15" fmla="*/ 107 h 216"/>
              <a:gd name="T16" fmla="*/ 233 w 301"/>
              <a:gd name="T17" fmla="*/ 43 h 216"/>
              <a:gd name="T18" fmla="*/ 258 w 301"/>
              <a:gd name="T19" fmla="*/ 32 h 216"/>
              <a:gd name="T20" fmla="*/ 239 w 301"/>
              <a:gd name="T21" fmla="*/ 9 h 216"/>
              <a:gd name="T22" fmla="*/ 158 w 301"/>
              <a:gd name="T23" fmla="*/ 0 h 216"/>
              <a:gd name="T24" fmla="*/ 0 w 301"/>
              <a:gd name="T25" fmla="*/ 109 h 216"/>
              <a:gd name="T26" fmla="*/ 157 w 301"/>
              <a:gd name="T27" fmla="*/ 216 h 216"/>
              <a:gd name="T28" fmla="*/ 301 w 301"/>
              <a:gd name="T29" fmla="*/ 117 h 216"/>
              <a:gd name="T30" fmla="*/ 269 w 301"/>
              <a:gd name="T31" fmla="*/ 84 h 216"/>
            </a:gdLst>
            <a:rect l="0" t="0" r="r" b="b"/>
            <a:pathLst>
              <a:path w="301" h="216">
                <a:moveTo>
                  <a:pt x="269" y="84"/>
                </a:moveTo>
                <a:cubicBezTo>
                  <a:pt x="250" y="84"/>
                  <a:pt x="191" y="85"/>
                  <a:pt x="153" y="85"/>
                </a:cubicBezTo>
                <a:cubicBezTo>
                  <a:pt x="134" y="85"/>
                  <a:pt x="130" y="95"/>
                  <a:pt x="130" y="103"/>
                </a:cubicBezTo>
                <a:cubicBezTo>
                  <a:pt x="130" y="110"/>
                  <a:pt x="135" y="119"/>
                  <a:pt x="152" y="120"/>
                </a:cubicBezTo>
                <a:cubicBezTo>
                  <a:pt x="178" y="121"/>
                  <a:pt x="211" y="123"/>
                  <a:pt x="227" y="124"/>
                </a:cubicBezTo>
                <a:cubicBezTo>
                  <a:pt x="247" y="125"/>
                  <a:pt x="248" y="135"/>
                  <a:pt x="241" y="145"/>
                </a:cubicBezTo>
                <a:cubicBezTo>
                  <a:pt x="227" y="163"/>
                  <a:pt x="192" y="175"/>
                  <a:pt x="157" y="175"/>
                </a:cubicBezTo>
                <a:cubicBezTo>
                  <a:pt x="111" y="175"/>
                  <a:pt x="60" y="148"/>
                  <a:pt x="60" y="107"/>
                </a:cubicBezTo>
                <a:cubicBezTo>
                  <a:pt x="60" y="68"/>
                  <a:pt x="103" y="24"/>
                  <a:pt x="233" y="43"/>
                </a:cubicBezTo>
                <a:cubicBezTo>
                  <a:pt x="244" y="44"/>
                  <a:pt x="256" y="42"/>
                  <a:pt x="258" y="32"/>
                </a:cubicBezTo>
                <a:cubicBezTo>
                  <a:pt x="261" y="20"/>
                  <a:pt x="254" y="13"/>
                  <a:pt x="239" y="9"/>
                </a:cubicBezTo>
                <a:cubicBezTo>
                  <a:pt x="210" y="2"/>
                  <a:pt x="183" y="0"/>
                  <a:pt x="158" y="0"/>
                </a:cubicBezTo>
                <a:cubicBezTo>
                  <a:pt x="70" y="0"/>
                  <a:pt x="0" y="41"/>
                  <a:pt x="0" y="109"/>
                </a:cubicBezTo>
                <a:cubicBezTo>
                  <a:pt x="0" y="181"/>
                  <a:pt x="70" y="216"/>
                  <a:pt x="157" y="216"/>
                </a:cubicBezTo>
                <a:cubicBezTo>
                  <a:pt x="254" y="216"/>
                  <a:pt x="301" y="163"/>
                  <a:pt x="301" y="117"/>
                </a:cubicBezTo>
                <a:cubicBezTo>
                  <a:pt x="301" y="93"/>
                  <a:pt x="289" y="84"/>
                  <a:pt x="269" y="84"/>
                </a:cubicBezTo>
                <a:close/>
              </a:path>
            </a:pathLst>
          </a:custGeom>
          <a:solidFill xmlns:a="http://schemas.openxmlformats.org/drawingml/2006/main">
            <a:srgbClr val="0077B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Connecteur droit 22">
            <a:extLst xmlns:a="http://schemas.openxmlformats.org/drawingml/2006/main">
              <a:ext uri="{FF2B5EF4-FFF2-40B4-BE49-F238E27FC236}">
                <a16:creationId xmlns:a16="http://schemas.microsoft.com/office/drawing/2014/main" id="{C777A210-2996-482D-9A89-D85F4EBE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5671" y="6295073"/>
            <a:ext cx="0" cy="177977"/>
          </a:xfrm>
          <a:prstGeom xmlns:a="http://schemas.openxmlformats.org/drawingml/2006/main" prst="line">
            <a:avLst/>
          </a:prstGeom>
          <a:ln xmlns:a="http://schemas.openxmlformats.org/drawingml/2006/main" w="6350">
            <a:gradFill rotWithShape="1">
              <a:gsLst>
                <a:gs pos="0">
                  <a:schemeClr val="bg1"/>
                </a:gs>
                <a:gs pos="52000">
                  <a:srgbClr val="0077C0"/>
                </a:gs>
                <a:gs pos="100000">
                  <a:schemeClr val="bg1"/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4" r:id="R2109fec6f8284c5f"/>
    <p:sldLayoutId xmlns:r="http://schemas.openxmlformats.org/officeDocument/2006/relationships" id="2147483685" r:id="Rf7e9479ef15f4ab7"/>
    <p:sldLayoutId xmlns:r="http://schemas.openxmlformats.org/officeDocument/2006/relationships" id="2147483686" r:id="Re6a6868c6a384b3b"/>
  </p:sldLayoutIdLst>
  <p:hf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2800" b="1" i="0" u="none" cap="all" baseline="0">
          <a:solidFill>
            <a:schemeClr val="accent1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100" b="0" i="0" u="none" cap="none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47">
          <p15:clr>
            <a:srgbClr xmlns:a="http://schemas.openxmlformats.org/drawingml/2006/main" val="F26B43"/>
          </p15:clr>
        </p15:guide>
        <p15:guide id="2" pos="7133">
          <p15:clr>
            <a:srgbClr xmlns:a="http://schemas.openxmlformats.org/drawingml/2006/main" val="F26B43"/>
          </p15:clr>
        </p15:guide>
        <p15:guide id="3" orient="horz" pos="482">
          <p15:clr>
            <a:srgbClr xmlns:a="http://schemas.openxmlformats.org/drawingml/2006/main" val="F26B43"/>
          </p15:clr>
        </p15:guide>
        <p15:guide id="4" orient="horz" pos="3838">
          <p15:clr>
            <a:srgbClr xmlns:a="http://schemas.openxmlformats.org/drawingml/2006/main" val="F26B43"/>
          </p15:clr>
        </p15:guide>
        <p15:guide id="5" pos="888">
          <p15:clr>
            <a:srgbClr xmlns:a="http://schemas.openxmlformats.org/drawingml/2006/main" val="F26B43"/>
          </p15:clr>
        </p15:guide>
        <p15:guide id="6" pos="6792">
          <p15:clr>
            <a:srgbClr xmlns:a="http://schemas.openxmlformats.org/drawingml/2006/main" val="F26B43"/>
          </p15:clr>
        </p15:guide>
        <p15:guide id="7" orient="horz" pos="812">
          <p15:clr>
            <a:srgbClr xmlns:a="http://schemas.openxmlformats.org/drawingml/2006/main" val="F26B43"/>
          </p15:clr>
        </p15:guide>
        <p15:guide id="8" orient="horz" pos="3508">
          <p15:clr>
            <a:srgbClr xmlns:a="http://schemas.openxmlformats.org/drawingml/2006/main" val="F26B43"/>
          </p15:clr>
        </p15:guide>
        <p15:guide id="9" pos="2712">
          <p15:clr>
            <a:srgbClr xmlns:a="http://schemas.openxmlformats.org/drawingml/2006/main" val="F26B43"/>
          </p15:clr>
        </p15:guide>
        <p15:guide id="10" pos="2757">
          <p15:clr>
            <a:srgbClr xmlns:a="http://schemas.openxmlformats.org/drawingml/2006/main" val="F26B43"/>
          </p15:clr>
        </p15:guide>
        <p15:guide id="11" pos="4921">
          <p15:clr>
            <a:srgbClr xmlns:a="http://schemas.openxmlformats.org/drawingml/2006/main" val="F26B43"/>
          </p15:clr>
        </p15:guide>
        <p15:guide id="12" pos="4968">
          <p15:clr>
            <a:srgbClr xmlns:a="http://schemas.openxmlformats.org/drawingml/2006/main" val="F26B43"/>
          </p15:clr>
        </p15:guide>
        <p15:guide id="13" orient="horz" pos="1139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Thème Office">
  <a:themeElements>
    <a:clrScheme name="Personnalisé 8">
      <a:dk1>
        <a:sysClr val="windowText" lastClr="000000"/>
      </a:dk1>
      <a:lt1>
        <a:sysClr val="window" lastClr="FFFFFF"/>
      </a:lt1>
      <a:dk2>
        <a:srgbClr val="17255F"/>
      </a:dk2>
      <a:lt2>
        <a:srgbClr val="E7E6E6"/>
      </a:lt2>
      <a:accent1>
        <a:srgbClr val="17255F"/>
      </a:accent1>
      <a:accent2>
        <a:srgbClr val="00AAFF"/>
      </a:accent2>
      <a:accent3>
        <a:srgbClr val="00817D"/>
      </a:accent3>
      <a:accent4>
        <a:srgbClr val="6C4796"/>
      </a:accent4>
      <a:accent5>
        <a:srgbClr val="E94287"/>
      </a:accent5>
      <a:accent6>
        <a:srgbClr val="EB5D40"/>
      </a:accent6>
      <a:hlink>
        <a:srgbClr val="003C56"/>
      </a:hlink>
      <a:folHlink>
        <a:srgbClr val="003C56"/>
      </a:folHlink>
    </a:clrScheme>
    <a:fontScheme name="Personnalisé 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Personnalisé 8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PART 3 CITY">
  <a:themeElements>
    <a:clrScheme name="ENGIE">
      <a:dk1>
        <a:srgbClr val="424242"/>
      </a:dk1>
      <a:lt1>
        <a:srgbClr val="FFFFFF"/>
      </a:lt1>
      <a:dk2>
        <a:srgbClr val="000000"/>
      </a:dk2>
      <a:lt2>
        <a:srgbClr val="B1B1B1"/>
      </a:lt2>
      <a:accent1>
        <a:srgbClr val="35BBFA"/>
      </a:accent1>
      <a:accent2>
        <a:srgbClr val="3BD3AD"/>
      </a:accent2>
      <a:accent3>
        <a:srgbClr val="F07D00"/>
      </a:accent3>
      <a:accent4>
        <a:srgbClr val="E62D87"/>
      </a:accent4>
      <a:accent5>
        <a:srgbClr val="910F7D"/>
      </a:accent5>
      <a:accent6>
        <a:srgbClr val="0078BE"/>
      </a:accent6>
      <a:hlink>
        <a:srgbClr val="424242"/>
      </a:hlink>
      <a:folHlink>
        <a:srgbClr val="42424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I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3_PART 3 CITY">
  <a:themeElements>
    <a:clrScheme name="ENGIE">
      <a:dk1>
        <a:srgbClr val="424242"/>
      </a:dk1>
      <a:lt1>
        <a:srgbClr val="FFFFFF"/>
      </a:lt1>
      <a:dk2>
        <a:srgbClr val="000000"/>
      </a:dk2>
      <a:lt2>
        <a:srgbClr val="B1B1B1"/>
      </a:lt2>
      <a:accent1>
        <a:srgbClr val="35BBFA"/>
      </a:accent1>
      <a:accent2>
        <a:srgbClr val="3BD3AD"/>
      </a:accent2>
      <a:accent3>
        <a:srgbClr val="F07D00"/>
      </a:accent3>
      <a:accent4>
        <a:srgbClr val="E62D87"/>
      </a:accent4>
      <a:accent5>
        <a:srgbClr val="910F7D"/>
      </a:accent5>
      <a:accent6>
        <a:srgbClr val="0078BE"/>
      </a:accent6>
      <a:hlink>
        <a:srgbClr val="424242"/>
      </a:hlink>
      <a:folHlink>
        <a:srgbClr val="42424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I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4_PART 3 CITY">
  <a:themeElements>
    <a:clrScheme name="ENGIE">
      <a:dk1>
        <a:srgbClr val="424242"/>
      </a:dk1>
      <a:lt1>
        <a:srgbClr val="FFFFFF"/>
      </a:lt1>
      <a:dk2>
        <a:srgbClr val="000000"/>
      </a:dk2>
      <a:lt2>
        <a:srgbClr val="B1B1B1"/>
      </a:lt2>
      <a:accent1>
        <a:srgbClr val="35BBFA"/>
      </a:accent1>
      <a:accent2>
        <a:srgbClr val="3BD3AD"/>
      </a:accent2>
      <a:accent3>
        <a:srgbClr val="F07D00"/>
      </a:accent3>
      <a:accent4>
        <a:srgbClr val="E62D87"/>
      </a:accent4>
      <a:accent5>
        <a:srgbClr val="910F7D"/>
      </a:accent5>
      <a:accent6>
        <a:srgbClr val="0078BE"/>
      </a:accent6>
      <a:hlink>
        <a:srgbClr val="424242"/>
      </a:hlink>
      <a:folHlink>
        <a:srgbClr val="42424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NGI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565f2bcaad7f49f5" /><Relationship Type="http://schemas.openxmlformats.org/officeDocument/2006/relationships/image" Target="/ppt/media/image6.png" Id="Rcd5dd30ab45b405e" /><Relationship Type="http://schemas.openxmlformats.org/officeDocument/2006/relationships/chart" Target="/ppt/slides/charts/chart1.xml" Id="Rbc357c55d71640c7" /><Relationship Type="http://schemas.openxmlformats.org/officeDocument/2006/relationships/chart" Target="/ppt/slides/charts/chart2.xml" Id="R6117c299b1414ab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Jan–Feb avg.</c:v>
          </c:tx>
          <c:spPr>
            <a:solidFill xmlns:a="http://schemas.openxmlformats.org/drawingml/2006/main">
              <a:srgbClr val="B8C3CF"/>
            </a:solidFill>
            <a:ln xmlns:a="http://schemas.openxmlformats.org/drawingml/2006/main" w="4763">
              <a:solidFill>
                <a:srgbClr val="B8C3CF"/>
              </a:solidFill>
              <a:prstDash val="solid"/>
            </a:ln>
          </c:spPr>
          <c:cat>
            <c:strLit>
              <c:ptCount val="3"/>
              <c:pt idx="0">
                <c:v>Diesel</c:v>
              </c:pt>
              <c:pt idx="1">
                <c:v>Jet</c:v>
              </c:pt>
              <c:pt idx="2">
                <c:v>Gasoline</c:v>
              </c:pt>
            </c:strLit>
          </c:cat>
          <c:val>
            <c:numLit>
              <c:formatCode>0.00"x"</c:formatCode>
              <c:ptCount val="3"/>
              <c:pt idx="0">
                <c:v>1.46</c:v>
              </c:pt>
              <c:pt idx="1">
                <c:v>1.31</c:v>
              </c:pt>
              <c:pt idx="2">
                <c:v>1.26</c:v>
              </c:pt>
            </c:numLit>
          </c:val>
        </c:ser>
        <c:ser>
          <c:idx val="1"/>
          <c:order val="1"/>
          <c:tx>
            <c:v>21 Aug.</c:v>
          </c:tx>
          <c:spPr>
            <a:solidFill xmlns:a="http://schemas.openxmlformats.org/drawingml/2006/main">
              <a:srgbClr val="00A6E2"/>
            </a:solidFill>
            <a:ln xmlns:a="http://schemas.openxmlformats.org/drawingml/2006/main" w="4763">
              <a:solidFill>
                <a:srgbClr val="00A6E2"/>
              </a:solidFill>
              <a:prstDash val="solid"/>
            </a:ln>
          </c:spPr>
          <c:cat>
            <c:strLit>
              <c:ptCount val="3"/>
              <c:pt idx="0">
                <c:v>Diesel</c:v>
              </c:pt>
              <c:pt idx="1">
                <c:v>Jet</c:v>
              </c:pt>
              <c:pt idx="2">
                <c:v>Gasoline</c:v>
              </c:pt>
            </c:strLit>
          </c:cat>
          <c:val>
            <c:numLit>
              <c:formatCode>0.00"x"</c:formatCode>
              <c:ptCount val="3"/>
              <c:pt idx="0">
                <c:v>2.02</c:v>
              </c:pt>
              <c:pt idx="1">
                <c:v>1.75</c:v>
              </c:pt>
              <c:pt idx="2">
                <c:v>1.49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563" b="1">
                  <a:solidFill>
                    <a:srgbClr val="173C5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7620">
            <a:solidFill>
              <a:srgbClr val="B7C2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465A6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2.2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E0E6"/>
              </a:solidFill>
              <a:prstDash val="solid"/>
            </a:ln>
          </c:spPr>
        </c:majorGridlines>
        <c:numFmt formatCode="0.0&quot;x&quot;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25">
                <a:solidFill>
                  <a:srgbClr val="60717E"/>
                </a:solidFill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00">
              <a:solidFill>
                <a:srgbClr val="465A6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Distillate</c:v>
          </c:tx>
          <c:spPr>
            <a:ln xmlns:a="http://schemas.openxmlformats.org/drawingml/2006/main" w="25718">
              <a:solidFill>
                <a:srgbClr val="17255F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17255F"/>
              </a:solidFill>
            </c:spPr>
          </c:marker>
          <c:cat>
            <c:strLit>
              <c:ptCount val="9"/>
              <c:pt idx="0">
                <c:v>2 Jan</c:v>
              </c:pt>
              <c:pt idx="1">
                <c:v>30 Jan</c:v>
              </c:pt>
              <c:pt idx="2">
                <c:v>Feb</c:v>
              </c:pt>
              <c:pt idx="3">
                <c:v>Mar</c:v>
              </c:pt>
              <c:pt idx="4">
                <c:v>Apr</c:v>
              </c:pt>
              <c:pt idx="5">
                <c:v>May</c:v>
              </c:pt>
              <c:pt idx="6">
                <c:v>Jun</c:v>
              </c:pt>
              <c:pt idx="7">
                <c:v>Jul</c:v>
              </c:pt>
              <c:pt idx="8">
                <c:v>21 Aug</c:v>
              </c:pt>
            </c:strLit>
          </c:cat>
          <c:val>
            <c:numLit>
              <c:formatCode>0.0</c:formatCode>
              <c:ptCount val="9"/>
              <c:pt idx="0">
                <c:v>100</c:v>
              </c:pt>
              <c:pt idx="1">
                <c:v>98.5</c:v>
              </c:pt>
              <c:pt idx="2">
                <c:v>93.4</c:v>
              </c:pt>
              <c:pt idx="3">
                <c:v>91.1</c:v>
              </c:pt>
              <c:pt idx="4">
                <c:v>80.2</c:v>
              </c:pt>
              <c:pt idx="5">
                <c:v>79.1</c:v>
              </c:pt>
              <c:pt idx="6">
                <c:v>84</c:v>
              </c:pt>
              <c:pt idx="7">
                <c:v>82.9</c:v>
              </c:pt>
              <c:pt idx="8">
                <c:v>80</c:v>
              </c:pt>
            </c:numLit>
          </c:val>
          <c:smooth val="0"/>
        </c:ser>
        <c:ser>
          <c:idx val="1"/>
          <c:order val="1"/>
          <c:tx>
            <c:v>Gasoline</c:v>
          </c:tx>
          <c:spPr>
            <a:ln xmlns:a="http://schemas.openxmlformats.org/drawingml/2006/main" w="25718">
              <a:solidFill>
                <a:srgbClr val="F28E2B"/>
              </a:solidFill>
              <a:prstDash val="solid"/>
            </a:ln>
          </c:spPr>
          <c:marker>
            <c:symbol val="circle"/>
            <c:size val="4"/>
            <c:spPr>
              <a:solidFill xmlns:a="http://schemas.openxmlformats.org/drawingml/2006/main">
                <a:srgbClr val="F28E2B"/>
              </a:solidFill>
            </c:spPr>
          </c:marker>
          <c:cat>
            <c:strLit>
              <c:ptCount val="9"/>
              <c:pt idx="0">
                <c:v>2 Jan</c:v>
              </c:pt>
              <c:pt idx="1">
                <c:v>30 Jan</c:v>
              </c:pt>
              <c:pt idx="2">
                <c:v>Feb</c:v>
              </c:pt>
              <c:pt idx="3">
                <c:v>Mar</c:v>
              </c:pt>
              <c:pt idx="4">
                <c:v>Apr</c:v>
              </c:pt>
              <c:pt idx="5">
                <c:v>May</c:v>
              </c:pt>
              <c:pt idx="6">
                <c:v>Jun</c:v>
              </c:pt>
              <c:pt idx="7">
                <c:v>Jul</c:v>
              </c:pt>
              <c:pt idx="8">
                <c:v>21 Aug</c:v>
              </c:pt>
            </c:strLit>
          </c:cat>
          <c:val>
            <c:numLit>
              <c:formatCode>0.0</c:formatCode>
              <c:ptCount val="9"/>
              <c:pt idx="0">
                <c:v>100</c:v>
              </c:pt>
              <c:pt idx="1">
                <c:v>106.6</c:v>
              </c:pt>
              <c:pt idx="2">
                <c:v>104.6</c:v>
              </c:pt>
              <c:pt idx="3">
                <c:v>99.5</c:v>
              </c:pt>
              <c:pt idx="4">
                <c:v>91.9</c:v>
              </c:pt>
              <c:pt idx="5">
                <c:v>88.8</c:v>
              </c:pt>
              <c:pt idx="6">
                <c:v>88.4</c:v>
              </c:pt>
              <c:pt idx="7">
                <c:v>86.6</c:v>
              </c:pt>
              <c:pt idx="8">
                <c:v>85.5</c:v>
              </c:pt>
            </c:numLit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extTo"/>
        <c:spPr>
          <a:ln xmlns:a="http://schemas.openxmlformats.org/drawingml/2006/main" w="7620">
            <a:solidFill>
              <a:srgbClr val="B7C2C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63">
                <a:solidFill>
                  <a:srgbClr val="60717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10"/>
          <c:min val="75"/>
        </c:scaling>
        <c:delete val="0"/>
        <c:axPos val="l"/>
        <c:majorGridlines>
          <c:spPr>
            <a:ln xmlns:a="http://schemas.openxmlformats.org/drawingml/2006/main" w="6668">
              <a:solidFill>
                <a:srgbClr val="D9E0E6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525">
                <a:solidFill>
                  <a:srgbClr val="60717E"/>
                </a:solidFill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legend>
      <c:legendPos val="t"/>
      <c:overlay val="0"/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600">
              <a:solidFill>
                <a:srgbClr val="465A6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Oil Slide Title">
            <a:extLst xmlns:a="http://schemas.openxmlformats.org/drawingml/2006/main">
              <a:ext uri="{FF2B5EF4-FFF2-40B4-BE49-F238E27FC236}">
                <a16:creationId xmlns:a16="http://schemas.microsoft.com/office/drawing/2014/main" id="{519E7E0D-B624-4DBC-BF07-D5435C85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57175"/>
            <a:ext cx="1133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63" b="1">
                <a:solidFill>
                  <a:srgbClr val="17255F"/>
                </a:solidFill>
                <a:latin typeface="Arial Black"/>
                <a:ea typeface="Arial Black"/>
                <a:cs typeface="Arial Black"/>
              </a:defRPr>
            </a:pPr>
            <a:r>
              <a:rPr sz="2363" b="1">
                <a:solidFill>
                  <a:srgbClr val="17255F"/>
                </a:solidFill>
                <a:latin typeface="Arial Black"/>
                <a:ea typeface="Arial Black"/>
                <a:cs typeface="Arial Black"/>
              </a:rPr>
              <a:t>Oil: A drawn-out crisis keeps crude high and products tight</a:t>
            </a:r>
          </a:p>
        </p:txBody>
      </p:sp>
      <p:sp>
        <p:nvSpPr>
          <p:cNvPr id="2" name="Oil Monthly Summary">
            <a:extLst xmlns:a="http://schemas.openxmlformats.org/drawingml/2006/main">
              <a:ext uri="{FF2B5EF4-FFF2-40B4-BE49-F238E27FC236}">
                <a16:creationId xmlns:a16="http://schemas.microsoft.com/office/drawing/2014/main" id="{A3244A52-8A6C-46A8-A6BB-B1ADEA66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57300"/>
            <a:ext cx="11239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00" i="1">
                <a:solidFill>
                  <a:srgbClr val="00AAFF"/>
                </a:solidFill>
                <a:latin typeface="Arial"/>
                <a:ea typeface="Arial"/>
                <a:cs typeface="Arial"/>
              </a:defRPr>
            </a:pPr>
            <a:r>
              <a:rPr sz="1100" i="1">
                <a:solidFill>
                  <a:srgbClr val="00AAFF"/>
                </a:solidFill>
                <a:latin typeface="Arial"/>
                <a:ea typeface="Arial"/>
                <a:cs typeface="Arial"/>
              </a:rPr>
              <a:t>• </a:t>
            </a:r>
            <a:r>
              <a:rPr sz="1100" i="1">
                <a:solidFill>
                  <a:srgbClr val="00AAFF"/>
                </a:solidFill>
                <a:latin typeface="Arial"/>
                <a:ea typeface="Arial"/>
                <a:cs typeface="Arial"/>
              </a:rPr>
              <a:t>Main message: there is no short-term exit from the crisis. The risk of a sudden escalation has receded, but a drawn-out conflict keeps crude expensive and leaves diesel, jet fuel and gasoline exposed to sharper increases.</a:t>
            </a:r>
          </a:p>
        </p:txBody>
      </p:sp>
      <p:sp>
        <p:nvSpPr>
          <p:cNvPr id="3" name="Oil Analysis Bullets">
            <a:extLst xmlns:a="http://schemas.openxmlformats.org/drawingml/2006/main">
              <a:ext uri="{FF2B5EF4-FFF2-40B4-BE49-F238E27FC236}">
                <a16:creationId xmlns:a16="http://schemas.microsoft.com/office/drawing/2014/main" id="{5C1A66F7-7531-40A7-A1CC-DB003A5D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9055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2857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spcAft>
                <a:spcPts val="18"/>
              </a:spcAft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</a:t>
            </a:r>
            <a:r>
              <a:rPr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Political scenario:</a:t>
            </a:r>
            <a:r>
              <a:rPr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 Renewed hostilities have not materially raised the risk of uncontrolled escalation. Unable to secure a quick outcome, Washington has shifted to economic strangulation; however, China is unlikely to comply and can use rare-earth leverage. Tehran, meanwhile, can wait for a possible US policy shift after the November midterms. With neither side under immediate pressure to compromise, a near-term settlement looks unlikely.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  <a:p xmlns:a="http://schemas.openxmlformats.org/drawingml/2006/main">
            <a:pPr algn="l">
              <a:lnSpc>
                <a:spcPct val="106000"/>
              </a:lnSpc>
              <a:spcAft>
                <a:spcPts val="18"/>
              </a:spcAft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</a:t>
            </a:r>
            <a:r>
              <a:rPr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Product squeeze:</a:t>
            </a:r>
            <a:r>
              <a:rPr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 In the week to 21 August, NY ULSD traded at 2.02x Brent and US Gulf Coast jet at 1.75x, compared with 1.46x and 1.31x on average in January-February. US distillate and gasoline stocks have fallen 20% and 15% since early January, narrowing the capacity to sustain exports and raising risks for Europe and Asia unless Chinese diesel exports rise.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 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</a:t>
            </a:r>
            <a:r>
              <a:rPr sz="1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Outlook:</a:t>
            </a:r>
            <a:r>
              <a:rPr sz="1150">
                <a:solidFill>
                  <a:srgbClr val="000000"/>
                </a:solidFill>
                <a:latin typeface="Arial"/>
                <a:ea typeface="Arial"/>
                <a:cs typeface="Arial"/>
              </a:rPr>
              <a:t> The most likely scenario is prolonged but contained tension: crude remains high without an extreme spike, while refined products face further upside. Lower US exports would tighten Atlantic and Asian markets. The resulting energy-price pressure would slow disinflation and keep upward pressure on interest rates.</a:t>
            </a:r>
          </a:p>
        </p:txBody>
      </p:sp>
      <p:pic>
        <p:nvPicPr>
          <p:cNvPr id="14" name="Brent Cha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dd30ab45b405e"/>
          <a:stretch xmlns:a="http://schemas.openxmlformats.org/drawingml/2006/main"/>
        </p:blipFill>
        <p:spPr>
          <a:xfrm xmlns:a="http://schemas.openxmlformats.org/drawingml/2006/main">
            <a:off x="7142262" y="1809750"/>
            <a:ext cx="4241602" cy="2143125"/>
          </a:xfrm>
          <a:prstGeom xmlns:a="http://schemas.openxmlformats.org/drawingml/2006/main" prst="rect">
            <a:avLst/>
          </a:prstGeom>
        </p:spPr>
      </p:pic>
      <p:sp>
        <p:nvSpPr>
          <p:cNvPr id="5" name="Product Premiums Chart Title">
            <a:extLst xmlns:a="http://schemas.openxmlformats.org/drawingml/2006/main">
              <a:ext uri="{FF2B5EF4-FFF2-40B4-BE49-F238E27FC236}">
                <a16:creationId xmlns:a16="http://schemas.microsoft.com/office/drawing/2014/main" id="{DC2EF700-E42F-4288-919E-D0ABC683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90975"/>
            <a:ext cx="2505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73C53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73C53"/>
                </a:solidFill>
                <a:latin typeface="Arial"/>
                <a:ea typeface="Arial"/>
                <a:cs typeface="Arial"/>
              </a:rPr>
              <a:t>Spot product prices / Brent</a:t>
            </a:r>
          </a:p>
        </p:txBody>
      </p:sp>
      <p:graphicFrame>
        <p:nvGraphicFramePr>
          <p:cNvPr id="16" name="Product Price Premiums"/>
          <p:cNvGraphicFramePr/>
          <p:nvPr/>
        </p:nvGraphicFramePr>
        <p:xfrm>
          <a:off xmlns:a="http://schemas.openxmlformats.org/drawingml/2006/main" x="6648450" y="4219575"/>
          <a:ext xmlns:a="http://schemas.openxmlformats.org/drawingml/2006/main" cx="2571750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357c55d71640c7"/>
          </a:graphicData>
        </a:graphic>
      </p:graphicFrame>
      <p:sp>
        <p:nvSpPr>
          <p:cNvPr id="7" name="US Product Stocks Chart Title">
            <a:extLst xmlns:a="http://schemas.openxmlformats.org/drawingml/2006/main">
              <a:ext uri="{FF2B5EF4-FFF2-40B4-BE49-F238E27FC236}">
                <a16:creationId xmlns:a16="http://schemas.microsoft.com/office/drawing/2014/main" id="{B9999C04-F365-4D7F-9418-E61E295C9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90975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73C53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73C53"/>
                </a:solidFill>
                <a:latin typeface="Arial"/>
                <a:ea typeface="Arial"/>
                <a:cs typeface="Arial"/>
              </a:rPr>
              <a:t>U.S. product stocks (2 Jan = 100)</a:t>
            </a:r>
          </a:p>
        </p:txBody>
      </p:sp>
      <p:graphicFrame>
        <p:nvGraphicFramePr>
          <p:cNvPr id="18" name="US Product Stocks"/>
          <p:cNvGraphicFramePr/>
          <p:nvPr/>
        </p:nvGraphicFramePr>
        <p:xfrm>
          <a:off xmlns:a="http://schemas.openxmlformats.org/drawingml/2006/main" x="9239250" y="4219575"/>
          <a:ext xmlns:a="http://schemas.openxmlformats.org/drawingml/2006/main" cx="2600325" cy="18478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17c299b1414abe"/>
          </a:graphicData>
        </a:graphic>
      </p:graphicFrame>
      <p:sp>
        <p:nvSpPr>
          <p:cNvPr id="9" name="Product Charts Sources">
            <a:extLst xmlns:a="http://schemas.openxmlformats.org/drawingml/2006/main">
              <a:ext uri="{FF2B5EF4-FFF2-40B4-BE49-F238E27FC236}">
                <a16:creationId xmlns:a16="http://schemas.microsoft.com/office/drawing/2014/main" id="{95C5B8D3-AF93-4B31-8776-B6F0BCFA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6076950"/>
            <a:ext cx="51149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" i="1">
                <a:solidFill>
                  <a:srgbClr val="667786"/>
                </a:solidFill>
                <a:latin typeface="Arial"/>
                <a:ea typeface="Arial"/>
                <a:cs typeface="Arial"/>
              </a:defRPr>
            </a:pPr>
            <a:r>
              <a:rPr sz="480" i="1">
                <a:solidFill>
                  <a:srgbClr val="667786"/>
                </a:solidFill>
                <a:latin typeface="Arial"/>
                <a:ea typeface="Arial"/>
                <a:cs typeface="Arial"/>
              </a:rPr>
              <a:t>Sources: U.S. EIA; EGM calculations. Product prices converted at 42 gal/bbl. Week ending 21 Aug. 2026.</a:t>
            </a:r>
          </a:p>
        </p:txBody>
      </p:sp>
      <p:sp>
        <p:nvSpPr>
          <p:cNvPr id="10" name="Official Slide Number">
            <a:extLst xmlns:a="http://schemas.openxmlformats.org/drawingml/2006/main">
              <a:ext uri="{FF2B5EF4-FFF2-40B4-BE49-F238E27FC236}">
                <a16:creationId xmlns:a16="http://schemas.microsoft.com/office/drawing/2014/main" id="{F9026FB5-7C98-48BB-A189-395883317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400800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45720" rIns="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00">
                <a:solidFill>
                  <a:srgbClr val="17255F"/>
                </a:solidFill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17255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60325797"/>
      </p:ext>
    </p:extLst>
  </p:cSld>
</p:sld>
</file>

<file path=ppt/theme/theme1.xml><?xml version="1.0" encoding="utf-8"?>
<a:theme xmlns:a="http://schemas.openxmlformats.org/drawingml/2006/main" name="Thème Office">
  <a:themeElements>
    <a:clrScheme name="Personnalisé 8">
      <a:dk1>
        <a:sysClr val="windowText" lastClr="000000"/>
      </a:dk1>
      <a:lt1>
        <a:sysClr val="window" lastClr="FFFFFF"/>
      </a:lt1>
      <a:dk2>
        <a:srgbClr val="17255F"/>
      </a:dk2>
      <a:lt2>
        <a:srgbClr val="E7E6E6"/>
      </a:lt2>
      <a:accent1>
        <a:srgbClr val="17255F"/>
      </a:accent1>
      <a:accent2>
        <a:srgbClr val="00AAFF"/>
      </a:accent2>
      <a:accent3>
        <a:srgbClr val="00817D"/>
      </a:accent3>
      <a:accent4>
        <a:srgbClr val="6C4796"/>
      </a:accent4>
      <a:accent5>
        <a:srgbClr val="E94287"/>
      </a:accent5>
      <a:accent6>
        <a:srgbClr val="EB5D40"/>
      </a:accent6>
      <a:hlink>
        <a:srgbClr val="003C56"/>
      </a:hlink>
      <a:folHlink>
        <a:srgbClr val="003C56"/>
      </a:folHlink>
    </a:clrScheme>
    <a:fontScheme name="Personnalisé 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15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2026-09-02T07:45:17.4550000Z</dcterms:created>
  <dcterms:modified xsi:type="dcterms:W3CDTF">2026-09-02T07:45:17.4550000Z</dcterms:modified>
</coreProperties>
</file>